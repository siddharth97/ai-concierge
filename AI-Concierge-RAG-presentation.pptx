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notesMasterIdLst>
    <p:notesMasterId r:id="rId14"/>
  </p:notesMasterIdLst>
  <p:sldIdLst>
    <p:sldId id="268" r:id="rId2"/>
    <p:sldId id="269" r:id="rId3"/>
    <p:sldId id="266" r:id="rId4"/>
    <p:sldId id="258" r:id="rId5"/>
    <p:sldId id="267" r:id="rId6"/>
    <p:sldId id="264" r:id="rId7"/>
    <p:sldId id="260" r:id="rId8"/>
    <p:sldId id="261" r:id="rId9"/>
    <p:sldId id="265" r:id="rId10"/>
    <p:sldId id="263" r:id="rId11"/>
    <p:sldId id="262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1"/>
    <p:restoredTop sz="94690"/>
  </p:normalViewPr>
  <p:slideViewPr>
    <p:cSldViewPr snapToGrid="0">
      <p:cViewPr varScale="1">
        <p:scale>
          <a:sx n="147" d="100"/>
          <a:sy n="147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6" Type="http://schemas.openxmlformats.org/officeDocument/2006/relationships/image" Target="../media/image38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6" Type="http://schemas.openxmlformats.org/officeDocument/2006/relationships/image" Target="../media/image38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8A2295-9479-42F9-8C14-F0B4A9F029D3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26642BB-0F00-4E61-8B18-571FF5857090}">
      <dgm:prSet/>
      <dgm:spPr/>
      <dgm:t>
        <a:bodyPr/>
        <a:lstStyle/>
        <a:p>
          <a:r>
            <a:rPr lang="en-US" dirty="0"/>
            <a:t>This is a proof-of-concept e-commerce conversational assistant demonstrating:</a:t>
          </a:r>
        </a:p>
      </dgm:t>
    </dgm:pt>
    <dgm:pt modelId="{7719F652-742F-48D4-9477-9EFB8E56DB09}" type="parTrans" cxnId="{F5F93C3F-0AC1-48E4-9628-BF5D7E35CE6F}">
      <dgm:prSet/>
      <dgm:spPr/>
      <dgm:t>
        <a:bodyPr/>
        <a:lstStyle/>
        <a:p>
          <a:endParaRPr lang="en-US"/>
        </a:p>
      </dgm:t>
    </dgm:pt>
    <dgm:pt modelId="{45331E1C-02E7-488B-A14F-F736D666A2FE}" type="sibTrans" cxnId="{F5F93C3F-0AC1-48E4-9628-BF5D7E35CE6F}">
      <dgm:prSet/>
      <dgm:spPr/>
      <dgm:t>
        <a:bodyPr/>
        <a:lstStyle/>
        <a:p>
          <a:endParaRPr lang="en-US"/>
        </a:p>
      </dgm:t>
    </dgm:pt>
    <dgm:pt modelId="{AD92A2C2-6168-4CCB-B2A2-7C5676605B07}">
      <dgm:prSet/>
      <dgm:spPr/>
      <dgm:t>
        <a:bodyPr/>
        <a:lstStyle/>
        <a:p>
          <a:r>
            <a:rPr lang="en-US" dirty="0"/>
            <a:t>Vector DB retrieval (Chroma + OpenAI embeddings)</a:t>
          </a:r>
        </a:p>
      </dgm:t>
    </dgm:pt>
    <dgm:pt modelId="{AACE36E4-BF39-479E-9003-E87A91D76676}" type="parTrans" cxnId="{5DD3BE72-D3DB-4B97-96B4-1D4A60450347}">
      <dgm:prSet/>
      <dgm:spPr/>
      <dgm:t>
        <a:bodyPr/>
        <a:lstStyle/>
        <a:p>
          <a:endParaRPr lang="en-US"/>
        </a:p>
      </dgm:t>
    </dgm:pt>
    <dgm:pt modelId="{6791EEFD-26DA-4E2F-A52C-364F871DDE43}" type="sibTrans" cxnId="{5DD3BE72-D3DB-4B97-96B4-1D4A60450347}">
      <dgm:prSet/>
      <dgm:spPr/>
      <dgm:t>
        <a:bodyPr/>
        <a:lstStyle/>
        <a:p>
          <a:endParaRPr lang="en-US"/>
        </a:p>
      </dgm:t>
    </dgm:pt>
    <dgm:pt modelId="{0CE94963-39E5-45B5-82FA-12AE3867B01A}">
      <dgm:prSet/>
      <dgm:spPr/>
      <dgm:t>
        <a:bodyPr/>
        <a:lstStyle/>
        <a:p>
          <a:r>
            <a:rPr lang="en-US" dirty="0" err="1"/>
            <a:t>LangChain</a:t>
          </a:r>
          <a:r>
            <a:rPr lang="en-US" dirty="0"/>
            <a:t> chains and tool-based function</a:t>
          </a:r>
        </a:p>
      </dgm:t>
    </dgm:pt>
    <dgm:pt modelId="{C873CDC3-ABF0-4D39-A848-CB4D77FC5246}" type="parTrans" cxnId="{3BA3A0E0-E03F-43ED-9630-A4650AED6039}">
      <dgm:prSet/>
      <dgm:spPr/>
      <dgm:t>
        <a:bodyPr/>
        <a:lstStyle/>
        <a:p>
          <a:endParaRPr lang="en-US"/>
        </a:p>
      </dgm:t>
    </dgm:pt>
    <dgm:pt modelId="{65DF9E06-4A89-4598-8567-80EF576AABFF}" type="sibTrans" cxnId="{3BA3A0E0-E03F-43ED-9630-A4650AED6039}">
      <dgm:prSet/>
      <dgm:spPr/>
      <dgm:t>
        <a:bodyPr/>
        <a:lstStyle/>
        <a:p>
          <a:endParaRPr lang="en-US"/>
        </a:p>
      </dgm:t>
    </dgm:pt>
    <dgm:pt modelId="{6343D026-10FB-4C27-AFE9-6FE7FBF1788F}">
      <dgm:prSet/>
      <dgm:spPr/>
      <dgm:t>
        <a:bodyPr/>
        <a:lstStyle/>
        <a:p>
          <a:r>
            <a:rPr lang="en-US" dirty="0" err="1"/>
            <a:t>AutoGen</a:t>
          </a:r>
          <a:r>
            <a:rPr lang="en-US" dirty="0"/>
            <a:t> like multi-agent orchestration mode</a:t>
          </a:r>
        </a:p>
      </dgm:t>
    </dgm:pt>
    <dgm:pt modelId="{8A9989D2-547C-44C3-AB63-CBDB94BA32DA}" type="parTrans" cxnId="{33B4ED90-26AC-435F-B079-8B739F3AEC9F}">
      <dgm:prSet/>
      <dgm:spPr/>
      <dgm:t>
        <a:bodyPr/>
        <a:lstStyle/>
        <a:p>
          <a:endParaRPr lang="en-US"/>
        </a:p>
      </dgm:t>
    </dgm:pt>
    <dgm:pt modelId="{41AFD857-9E56-4417-AE60-72D5CF362A50}" type="sibTrans" cxnId="{33B4ED90-26AC-435F-B079-8B739F3AEC9F}">
      <dgm:prSet/>
      <dgm:spPr/>
      <dgm:t>
        <a:bodyPr/>
        <a:lstStyle/>
        <a:p>
          <a:endParaRPr lang="en-US"/>
        </a:p>
      </dgm:t>
    </dgm:pt>
    <dgm:pt modelId="{34DE3EB7-C819-4057-ABFE-E2489D362069}">
      <dgm:prSet/>
      <dgm:spPr/>
      <dgm:t>
        <a:bodyPr/>
        <a:lstStyle/>
        <a:p>
          <a:r>
            <a:rPr lang="en-US"/>
            <a:t>Streamlit chat UI showing agent role conversations</a:t>
          </a:r>
        </a:p>
      </dgm:t>
    </dgm:pt>
    <dgm:pt modelId="{7D554C5F-A3FE-4CAE-8C42-AF59EF286FD9}" type="parTrans" cxnId="{AA3F539D-D83E-4F5C-AC75-EC641A986580}">
      <dgm:prSet/>
      <dgm:spPr/>
      <dgm:t>
        <a:bodyPr/>
        <a:lstStyle/>
        <a:p>
          <a:endParaRPr lang="en-US"/>
        </a:p>
      </dgm:t>
    </dgm:pt>
    <dgm:pt modelId="{42745B9A-1DEA-4CE9-ADBD-CCC1F49C7859}" type="sibTrans" cxnId="{AA3F539D-D83E-4F5C-AC75-EC641A986580}">
      <dgm:prSet/>
      <dgm:spPr/>
      <dgm:t>
        <a:bodyPr/>
        <a:lstStyle/>
        <a:p>
          <a:endParaRPr lang="en-US"/>
        </a:p>
      </dgm:t>
    </dgm:pt>
    <dgm:pt modelId="{ADFC5626-6A36-8747-831E-2EBDFE3587E4}" type="pres">
      <dgm:prSet presAssocID="{FB8A2295-9479-42F9-8C14-F0B4A9F029D3}" presName="vert0" presStyleCnt="0">
        <dgm:presLayoutVars>
          <dgm:dir/>
          <dgm:animOne val="branch"/>
          <dgm:animLvl val="lvl"/>
        </dgm:presLayoutVars>
      </dgm:prSet>
      <dgm:spPr/>
    </dgm:pt>
    <dgm:pt modelId="{815105A4-7581-EE43-A823-9D77949405BD}" type="pres">
      <dgm:prSet presAssocID="{526642BB-0F00-4E61-8B18-571FF5857090}" presName="thickLine" presStyleLbl="alignNode1" presStyleIdx="0" presStyleCnt="5"/>
      <dgm:spPr/>
    </dgm:pt>
    <dgm:pt modelId="{A07A9B3A-8062-7B48-8A9A-FBE639DA5274}" type="pres">
      <dgm:prSet presAssocID="{526642BB-0F00-4E61-8B18-571FF5857090}" presName="horz1" presStyleCnt="0"/>
      <dgm:spPr/>
    </dgm:pt>
    <dgm:pt modelId="{C28BEF53-DCA6-3547-8B3F-D69B432817B2}" type="pres">
      <dgm:prSet presAssocID="{526642BB-0F00-4E61-8B18-571FF5857090}" presName="tx1" presStyleLbl="revTx" presStyleIdx="0" presStyleCnt="5"/>
      <dgm:spPr/>
    </dgm:pt>
    <dgm:pt modelId="{666D5FCC-1F7B-9E46-937C-8974E9EF8814}" type="pres">
      <dgm:prSet presAssocID="{526642BB-0F00-4E61-8B18-571FF5857090}" presName="vert1" presStyleCnt="0"/>
      <dgm:spPr/>
    </dgm:pt>
    <dgm:pt modelId="{9A50EBC0-5A19-2246-9B7D-F40AEF09C4D2}" type="pres">
      <dgm:prSet presAssocID="{AD92A2C2-6168-4CCB-B2A2-7C5676605B07}" presName="thickLine" presStyleLbl="alignNode1" presStyleIdx="1" presStyleCnt="5"/>
      <dgm:spPr/>
    </dgm:pt>
    <dgm:pt modelId="{57090B44-86E0-484B-BC6C-02AB6889AE7B}" type="pres">
      <dgm:prSet presAssocID="{AD92A2C2-6168-4CCB-B2A2-7C5676605B07}" presName="horz1" presStyleCnt="0"/>
      <dgm:spPr/>
    </dgm:pt>
    <dgm:pt modelId="{419B1DFA-72F9-D843-9399-F3D42D79EA26}" type="pres">
      <dgm:prSet presAssocID="{AD92A2C2-6168-4CCB-B2A2-7C5676605B07}" presName="tx1" presStyleLbl="revTx" presStyleIdx="1" presStyleCnt="5"/>
      <dgm:spPr/>
    </dgm:pt>
    <dgm:pt modelId="{2805D509-6617-8444-9610-355208149DC9}" type="pres">
      <dgm:prSet presAssocID="{AD92A2C2-6168-4CCB-B2A2-7C5676605B07}" presName="vert1" presStyleCnt="0"/>
      <dgm:spPr/>
    </dgm:pt>
    <dgm:pt modelId="{21E4575E-192C-3940-B94B-0D5E6795F1E0}" type="pres">
      <dgm:prSet presAssocID="{0CE94963-39E5-45B5-82FA-12AE3867B01A}" presName="thickLine" presStyleLbl="alignNode1" presStyleIdx="2" presStyleCnt="5"/>
      <dgm:spPr/>
    </dgm:pt>
    <dgm:pt modelId="{939D1052-3C9A-2F41-A7F8-71B1A878D60A}" type="pres">
      <dgm:prSet presAssocID="{0CE94963-39E5-45B5-82FA-12AE3867B01A}" presName="horz1" presStyleCnt="0"/>
      <dgm:spPr/>
    </dgm:pt>
    <dgm:pt modelId="{EC19E42F-0BA3-4840-AB91-A48516718ED0}" type="pres">
      <dgm:prSet presAssocID="{0CE94963-39E5-45B5-82FA-12AE3867B01A}" presName="tx1" presStyleLbl="revTx" presStyleIdx="2" presStyleCnt="5"/>
      <dgm:spPr/>
    </dgm:pt>
    <dgm:pt modelId="{64459E1A-82B9-2845-AA9F-43AB56C6ADE5}" type="pres">
      <dgm:prSet presAssocID="{0CE94963-39E5-45B5-82FA-12AE3867B01A}" presName="vert1" presStyleCnt="0"/>
      <dgm:spPr/>
    </dgm:pt>
    <dgm:pt modelId="{3ABECC49-A4A1-E943-8526-5F54A42AC0EE}" type="pres">
      <dgm:prSet presAssocID="{6343D026-10FB-4C27-AFE9-6FE7FBF1788F}" presName="thickLine" presStyleLbl="alignNode1" presStyleIdx="3" presStyleCnt="5"/>
      <dgm:spPr/>
    </dgm:pt>
    <dgm:pt modelId="{D287F090-41E3-CC4D-95D8-E15EA2E2F729}" type="pres">
      <dgm:prSet presAssocID="{6343D026-10FB-4C27-AFE9-6FE7FBF1788F}" presName="horz1" presStyleCnt="0"/>
      <dgm:spPr/>
    </dgm:pt>
    <dgm:pt modelId="{7C85086E-8E61-C743-ABF7-241CBBD5E0D8}" type="pres">
      <dgm:prSet presAssocID="{6343D026-10FB-4C27-AFE9-6FE7FBF1788F}" presName="tx1" presStyleLbl="revTx" presStyleIdx="3" presStyleCnt="5"/>
      <dgm:spPr/>
    </dgm:pt>
    <dgm:pt modelId="{C959FA9A-3175-584A-8304-32C00CEDED6A}" type="pres">
      <dgm:prSet presAssocID="{6343D026-10FB-4C27-AFE9-6FE7FBF1788F}" presName="vert1" presStyleCnt="0"/>
      <dgm:spPr/>
    </dgm:pt>
    <dgm:pt modelId="{621AE1EB-B922-584C-BF57-37E7A3F50C46}" type="pres">
      <dgm:prSet presAssocID="{34DE3EB7-C819-4057-ABFE-E2489D362069}" presName="thickLine" presStyleLbl="alignNode1" presStyleIdx="4" presStyleCnt="5"/>
      <dgm:spPr/>
    </dgm:pt>
    <dgm:pt modelId="{9CFB0DDF-C277-B04A-BF87-2C9ACB0C2A5F}" type="pres">
      <dgm:prSet presAssocID="{34DE3EB7-C819-4057-ABFE-E2489D362069}" presName="horz1" presStyleCnt="0"/>
      <dgm:spPr/>
    </dgm:pt>
    <dgm:pt modelId="{4A228E0F-ABA1-624B-A49B-F05753E3E8A5}" type="pres">
      <dgm:prSet presAssocID="{34DE3EB7-C819-4057-ABFE-E2489D362069}" presName="tx1" presStyleLbl="revTx" presStyleIdx="4" presStyleCnt="5"/>
      <dgm:spPr/>
    </dgm:pt>
    <dgm:pt modelId="{28FDE99B-EA0E-3747-9388-B79D2B4B1242}" type="pres">
      <dgm:prSet presAssocID="{34DE3EB7-C819-4057-ABFE-E2489D362069}" presName="vert1" presStyleCnt="0"/>
      <dgm:spPr/>
    </dgm:pt>
  </dgm:ptLst>
  <dgm:cxnLst>
    <dgm:cxn modelId="{F744A414-EB48-BA49-A2E5-0BAD47AE7821}" type="presOf" srcId="{6343D026-10FB-4C27-AFE9-6FE7FBF1788F}" destId="{7C85086E-8E61-C743-ABF7-241CBBD5E0D8}" srcOrd="0" destOrd="0" presId="urn:microsoft.com/office/officeart/2008/layout/LinedList"/>
    <dgm:cxn modelId="{B7C34528-1904-4448-BF26-63653CDD2061}" type="presOf" srcId="{FB8A2295-9479-42F9-8C14-F0B4A9F029D3}" destId="{ADFC5626-6A36-8747-831E-2EBDFE3587E4}" srcOrd="0" destOrd="0" presId="urn:microsoft.com/office/officeart/2008/layout/LinedList"/>
    <dgm:cxn modelId="{F5F93C3F-0AC1-48E4-9628-BF5D7E35CE6F}" srcId="{FB8A2295-9479-42F9-8C14-F0B4A9F029D3}" destId="{526642BB-0F00-4E61-8B18-571FF5857090}" srcOrd="0" destOrd="0" parTransId="{7719F652-742F-48D4-9477-9EFB8E56DB09}" sibTransId="{45331E1C-02E7-488B-A14F-F736D666A2FE}"/>
    <dgm:cxn modelId="{5DD3BE72-D3DB-4B97-96B4-1D4A60450347}" srcId="{FB8A2295-9479-42F9-8C14-F0B4A9F029D3}" destId="{AD92A2C2-6168-4CCB-B2A2-7C5676605B07}" srcOrd="1" destOrd="0" parTransId="{AACE36E4-BF39-479E-9003-E87A91D76676}" sibTransId="{6791EEFD-26DA-4E2F-A52C-364F871DDE43}"/>
    <dgm:cxn modelId="{06A0307C-918C-3E40-9C3A-F27EA148CAE5}" type="presOf" srcId="{0CE94963-39E5-45B5-82FA-12AE3867B01A}" destId="{EC19E42F-0BA3-4840-AB91-A48516718ED0}" srcOrd="0" destOrd="0" presId="urn:microsoft.com/office/officeart/2008/layout/LinedList"/>
    <dgm:cxn modelId="{33B4ED90-26AC-435F-B079-8B739F3AEC9F}" srcId="{FB8A2295-9479-42F9-8C14-F0B4A9F029D3}" destId="{6343D026-10FB-4C27-AFE9-6FE7FBF1788F}" srcOrd="3" destOrd="0" parTransId="{8A9989D2-547C-44C3-AB63-CBDB94BA32DA}" sibTransId="{41AFD857-9E56-4417-AE60-72D5CF362A50}"/>
    <dgm:cxn modelId="{1C16F391-00C7-FD4E-BA9A-3C81F52D270A}" type="presOf" srcId="{526642BB-0F00-4E61-8B18-571FF5857090}" destId="{C28BEF53-DCA6-3547-8B3F-D69B432817B2}" srcOrd="0" destOrd="0" presId="urn:microsoft.com/office/officeart/2008/layout/LinedList"/>
    <dgm:cxn modelId="{58530A95-7DEF-8741-8D4E-7159CF81B8E7}" type="presOf" srcId="{34DE3EB7-C819-4057-ABFE-E2489D362069}" destId="{4A228E0F-ABA1-624B-A49B-F05753E3E8A5}" srcOrd="0" destOrd="0" presId="urn:microsoft.com/office/officeart/2008/layout/LinedList"/>
    <dgm:cxn modelId="{AA3F539D-D83E-4F5C-AC75-EC641A986580}" srcId="{FB8A2295-9479-42F9-8C14-F0B4A9F029D3}" destId="{34DE3EB7-C819-4057-ABFE-E2489D362069}" srcOrd="4" destOrd="0" parTransId="{7D554C5F-A3FE-4CAE-8C42-AF59EF286FD9}" sibTransId="{42745B9A-1DEA-4CE9-ADBD-CCC1F49C7859}"/>
    <dgm:cxn modelId="{2D6BFEBA-3CFE-B745-8EA0-97FA7481DE91}" type="presOf" srcId="{AD92A2C2-6168-4CCB-B2A2-7C5676605B07}" destId="{419B1DFA-72F9-D843-9399-F3D42D79EA26}" srcOrd="0" destOrd="0" presId="urn:microsoft.com/office/officeart/2008/layout/LinedList"/>
    <dgm:cxn modelId="{3BA3A0E0-E03F-43ED-9630-A4650AED6039}" srcId="{FB8A2295-9479-42F9-8C14-F0B4A9F029D3}" destId="{0CE94963-39E5-45B5-82FA-12AE3867B01A}" srcOrd="2" destOrd="0" parTransId="{C873CDC3-ABF0-4D39-A848-CB4D77FC5246}" sibTransId="{65DF9E06-4A89-4598-8567-80EF576AABFF}"/>
    <dgm:cxn modelId="{183F3170-49C1-7643-8AE9-24FB8F29305B}" type="presParOf" srcId="{ADFC5626-6A36-8747-831E-2EBDFE3587E4}" destId="{815105A4-7581-EE43-A823-9D77949405BD}" srcOrd="0" destOrd="0" presId="urn:microsoft.com/office/officeart/2008/layout/LinedList"/>
    <dgm:cxn modelId="{33B0590E-9219-5049-87F3-D3B67FD38317}" type="presParOf" srcId="{ADFC5626-6A36-8747-831E-2EBDFE3587E4}" destId="{A07A9B3A-8062-7B48-8A9A-FBE639DA5274}" srcOrd="1" destOrd="0" presId="urn:microsoft.com/office/officeart/2008/layout/LinedList"/>
    <dgm:cxn modelId="{5BCA5DD1-8376-9D43-84F1-D86D0B1BE8A1}" type="presParOf" srcId="{A07A9B3A-8062-7B48-8A9A-FBE639DA5274}" destId="{C28BEF53-DCA6-3547-8B3F-D69B432817B2}" srcOrd="0" destOrd="0" presId="urn:microsoft.com/office/officeart/2008/layout/LinedList"/>
    <dgm:cxn modelId="{B671F812-C4F6-4B4B-B58F-08EBFFFCF245}" type="presParOf" srcId="{A07A9B3A-8062-7B48-8A9A-FBE639DA5274}" destId="{666D5FCC-1F7B-9E46-937C-8974E9EF8814}" srcOrd="1" destOrd="0" presId="urn:microsoft.com/office/officeart/2008/layout/LinedList"/>
    <dgm:cxn modelId="{B76C4EB3-05F5-6E47-B39F-B0F4719173F0}" type="presParOf" srcId="{ADFC5626-6A36-8747-831E-2EBDFE3587E4}" destId="{9A50EBC0-5A19-2246-9B7D-F40AEF09C4D2}" srcOrd="2" destOrd="0" presId="urn:microsoft.com/office/officeart/2008/layout/LinedList"/>
    <dgm:cxn modelId="{3D06643B-8528-9F41-A871-F95BF78A78EE}" type="presParOf" srcId="{ADFC5626-6A36-8747-831E-2EBDFE3587E4}" destId="{57090B44-86E0-484B-BC6C-02AB6889AE7B}" srcOrd="3" destOrd="0" presId="urn:microsoft.com/office/officeart/2008/layout/LinedList"/>
    <dgm:cxn modelId="{AAD7D36C-48CA-EE4E-8755-B28F1B91CB8E}" type="presParOf" srcId="{57090B44-86E0-484B-BC6C-02AB6889AE7B}" destId="{419B1DFA-72F9-D843-9399-F3D42D79EA26}" srcOrd="0" destOrd="0" presId="urn:microsoft.com/office/officeart/2008/layout/LinedList"/>
    <dgm:cxn modelId="{28105E07-4726-EF4A-AA95-52EE7C2A9046}" type="presParOf" srcId="{57090B44-86E0-484B-BC6C-02AB6889AE7B}" destId="{2805D509-6617-8444-9610-355208149DC9}" srcOrd="1" destOrd="0" presId="urn:microsoft.com/office/officeart/2008/layout/LinedList"/>
    <dgm:cxn modelId="{3C7089C6-F3B0-5948-A4EE-BFFB1A88FDB4}" type="presParOf" srcId="{ADFC5626-6A36-8747-831E-2EBDFE3587E4}" destId="{21E4575E-192C-3940-B94B-0D5E6795F1E0}" srcOrd="4" destOrd="0" presId="urn:microsoft.com/office/officeart/2008/layout/LinedList"/>
    <dgm:cxn modelId="{65D33825-F2C2-EC46-98B7-C20F24F857A9}" type="presParOf" srcId="{ADFC5626-6A36-8747-831E-2EBDFE3587E4}" destId="{939D1052-3C9A-2F41-A7F8-71B1A878D60A}" srcOrd="5" destOrd="0" presId="urn:microsoft.com/office/officeart/2008/layout/LinedList"/>
    <dgm:cxn modelId="{BD2D3843-8BC7-2E4A-8285-877FDA31F5F8}" type="presParOf" srcId="{939D1052-3C9A-2F41-A7F8-71B1A878D60A}" destId="{EC19E42F-0BA3-4840-AB91-A48516718ED0}" srcOrd="0" destOrd="0" presId="urn:microsoft.com/office/officeart/2008/layout/LinedList"/>
    <dgm:cxn modelId="{2BC41231-E92B-FB4C-AF61-A3A99989DB52}" type="presParOf" srcId="{939D1052-3C9A-2F41-A7F8-71B1A878D60A}" destId="{64459E1A-82B9-2845-AA9F-43AB56C6ADE5}" srcOrd="1" destOrd="0" presId="urn:microsoft.com/office/officeart/2008/layout/LinedList"/>
    <dgm:cxn modelId="{2B9E4291-F4C7-4241-B5B4-D3C7502F55DD}" type="presParOf" srcId="{ADFC5626-6A36-8747-831E-2EBDFE3587E4}" destId="{3ABECC49-A4A1-E943-8526-5F54A42AC0EE}" srcOrd="6" destOrd="0" presId="urn:microsoft.com/office/officeart/2008/layout/LinedList"/>
    <dgm:cxn modelId="{1E3CFA3D-FF20-D342-B01C-56958642EDB5}" type="presParOf" srcId="{ADFC5626-6A36-8747-831E-2EBDFE3587E4}" destId="{D287F090-41E3-CC4D-95D8-E15EA2E2F729}" srcOrd="7" destOrd="0" presId="urn:microsoft.com/office/officeart/2008/layout/LinedList"/>
    <dgm:cxn modelId="{51A177DE-A67D-FE46-B1FD-252264EBCE54}" type="presParOf" srcId="{D287F090-41E3-CC4D-95D8-E15EA2E2F729}" destId="{7C85086E-8E61-C743-ABF7-241CBBD5E0D8}" srcOrd="0" destOrd="0" presId="urn:microsoft.com/office/officeart/2008/layout/LinedList"/>
    <dgm:cxn modelId="{FAF2DE72-9B92-D249-ADA3-1FC4AC2CA892}" type="presParOf" srcId="{D287F090-41E3-CC4D-95D8-E15EA2E2F729}" destId="{C959FA9A-3175-584A-8304-32C00CEDED6A}" srcOrd="1" destOrd="0" presId="urn:microsoft.com/office/officeart/2008/layout/LinedList"/>
    <dgm:cxn modelId="{E3E9BFE6-909B-644F-AB56-4FF62D3C3FB7}" type="presParOf" srcId="{ADFC5626-6A36-8747-831E-2EBDFE3587E4}" destId="{621AE1EB-B922-584C-BF57-37E7A3F50C46}" srcOrd="8" destOrd="0" presId="urn:microsoft.com/office/officeart/2008/layout/LinedList"/>
    <dgm:cxn modelId="{B14966A4-AAE0-0142-9504-73FF0A49B3BB}" type="presParOf" srcId="{ADFC5626-6A36-8747-831E-2EBDFE3587E4}" destId="{9CFB0DDF-C277-B04A-BF87-2C9ACB0C2A5F}" srcOrd="9" destOrd="0" presId="urn:microsoft.com/office/officeart/2008/layout/LinedList"/>
    <dgm:cxn modelId="{EEDF1BD5-D7BF-264A-B1DD-EBAFE0D116A9}" type="presParOf" srcId="{9CFB0DDF-C277-B04A-BF87-2C9ACB0C2A5F}" destId="{4A228E0F-ABA1-624B-A49B-F05753E3E8A5}" srcOrd="0" destOrd="0" presId="urn:microsoft.com/office/officeart/2008/layout/LinedList"/>
    <dgm:cxn modelId="{65967A95-2D9A-074B-AFB9-A2D48038B4BD}" type="presParOf" srcId="{9CFB0DDF-C277-B04A-BF87-2C9ACB0C2A5F}" destId="{28FDE99B-EA0E-3747-9388-B79D2B4B124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84773E-8BA7-4E27-BCF0-45BFCF6C77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FCAEBD97-0F79-4285-8E39-E53E38B9D9EB}">
      <dgm:prSet/>
      <dgm:spPr/>
      <dgm:t>
        <a:bodyPr/>
        <a:lstStyle/>
        <a:p>
          <a:r>
            <a:rPr lang="en-US"/>
            <a:t>An Embedding is a Vector generated by a LLM with Semantic meaning</a:t>
          </a:r>
        </a:p>
      </dgm:t>
    </dgm:pt>
    <dgm:pt modelId="{55D6DADC-42CC-4BAE-A15B-560B12749134}" type="parTrans" cxnId="{6310E6B0-5D56-4672-B65F-C52F5DEA835C}">
      <dgm:prSet/>
      <dgm:spPr/>
      <dgm:t>
        <a:bodyPr/>
        <a:lstStyle/>
        <a:p>
          <a:endParaRPr lang="en-US"/>
        </a:p>
      </dgm:t>
    </dgm:pt>
    <dgm:pt modelId="{5BB85F5A-A02E-4A1A-B7DD-387825F01450}" type="sibTrans" cxnId="{6310E6B0-5D56-4672-B65F-C52F5DEA835C}">
      <dgm:prSet/>
      <dgm:spPr/>
      <dgm:t>
        <a:bodyPr/>
        <a:lstStyle/>
        <a:p>
          <a:endParaRPr lang="en-US"/>
        </a:p>
      </dgm:t>
    </dgm:pt>
    <dgm:pt modelId="{72193E0D-7373-4F16-B115-0DB4EAC31184}">
      <dgm:prSet/>
      <dgm:spPr/>
      <dgm:t>
        <a:bodyPr/>
        <a:lstStyle/>
        <a:p>
          <a:r>
            <a:rPr lang="en-US"/>
            <a:t>Nearest Neighbor Search</a:t>
          </a:r>
        </a:p>
      </dgm:t>
    </dgm:pt>
    <dgm:pt modelId="{C3216AEF-C87B-487A-BF70-2842AE60DA51}" type="parTrans" cxnId="{FA9DAFC5-C742-459E-A076-1C8924CCB6D8}">
      <dgm:prSet/>
      <dgm:spPr/>
      <dgm:t>
        <a:bodyPr/>
        <a:lstStyle/>
        <a:p>
          <a:endParaRPr lang="en-US"/>
        </a:p>
      </dgm:t>
    </dgm:pt>
    <dgm:pt modelId="{54F13911-921C-4C18-81C5-FB9A716B773C}" type="sibTrans" cxnId="{FA9DAFC5-C742-459E-A076-1C8924CCB6D8}">
      <dgm:prSet/>
      <dgm:spPr/>
      <dgm:t>
        <a:bodyPr/>
        <a:lstStyle/>
        <a:p>
          <a:endParaRPr lang="en-US"/>
        </a:p>
      </dgm:t>
    </dgm:pt>
    <dgm:pt modelId="{3B6581CB-C314-42CD-B00E-BBA931235278}">
      <dgm:prSet/>
      <dgm:spPr/>
      <dgm:t>
        <a:bodyPr/>
        <a:lstStyle/>
        <a:p>
          <a:r>
            <a:rPr lang="en-US"/>
            <a:t>Cosine similarities across a collection of vectors</a:t>
          </a:r>
        </a:p>
      </dgm:t>
    </dgm:pt>
    <dgm:pt modelId="{7512E9F8-D13D-4627-A7B5-EBCD924D8397}" type="parTrans" cxnId="{95028CED-895E-4FCF-B627-2A7DE4B891E4}">
      <dgm:prSet/>
      <dgm:spPr/>
      <dgm:t>
        <a:bodyPr/>
        <a:lstStyle/>
        <a:p>
          <a:endParaRPr lang="en-US"/>
        </a:p>
      </dgm:t>
    </dgm:pt>
    <dgm:pt modelId="{31F70586-54AF-4512-AF5A-01DB7216BFD9}" type="sibTrans" cxnId="{95028CED-895E-4FCF-B627-2A7DE4B891E4}">
      <dgm:prSet/>
      <dgm:spPr/>
      <dgm:t>
        <a:bodyPr/>
        <a:lstStyle/>
        <a:p>
          <a:endParaRPr lang="en-US"/>
        </a:p>
      </dgm:t>
    </dgm:pt>
    <dgm:pt modelId="{7B1734C8-83AD-4B41-A0D8-89293B5BBAB4}">
      <dgm:prSet/>
      <dgm:spPr/>
      <dgm:t>
        <a:bodyPr/>
        <a:lstStyle/>
        <a:p>
          <a:r>
            <a:rPr lang="en-US"/>
            <a:t>Calculates how close one vector is to others in multidimensional space</a:t>
          </a:r>
        </a:p>
      </dgm:t>
    </dgm:pt>
    <dgm:pt modelId="{7A1C1196-84D3-4ABA-866E-1D3247777718}" type="parTrans" cxnId="{23B4DDB4-3A40-405C-AD4C-610B52353822}">
      <dgm:prSet/>
      <dgm:spPr/>
      <dgm:t>
        <a:bodyPr/>
        <a:lstStyle/>
        <a:p>
          <a:endParaRPr lang="en-US"/>
        </a:p>
      </dgm:t>
    </dgm:pt>
    <dgm:pt modelId="{6CF407AA-08F3-4572-81E4-E0E2AA8267EB}" type="sibTrans" cxnId="{23B4DDB4-3A40-405C-AD4C-610B52353822}">
      <dgm:prSet/>
      <dgm:spPr/>
      <dgm:t>
        <a:bodyPr/>
        <a:lstStyle/>
        <a:p>
          <a:endParaRPr lang="en-US"/>
        </a:p>
      </dgm:t>
    </dgm:pt>
    <dgm:pt modelId="{7BA2E757-0C53-49D9-93C9-A2554F6E2EA0}">
      <dgm:prSet/>
      <dgm:spPr/>
      <dgm:t>
        <a:bodyPr/>
        <a:lstStyle/>
        <a:p>
          <a:r>
            <a:rPr lang="en-US"/>
            <a:t>Ranks relatedness of vectors and semantic meaning</a:t>
          </a:r>
        </a:p>
      </dgm:t>
    </dgm:pt>
    <dgm:pt modelId="{3AE46800-CB32-4E59-ACA2-D3E628C9FC37}" type="parTrans" cxnId="{3C45C1A7-DE32-4FB0-A434-635626CD359E}">
      <dgm:prSet/>
      <dgm:spPr/>
      <dgm:t>
        <a:bodyPr/>
        <a:lstStyle/>
        <a:p>
          <a:endParaRPr lang="en-US"/>
        </a:p>
      </dgm:t>
    </dgm:pt>
    <dgm:pt modelId="{B0D338A8-957F-411B-A9CF-81D5006D01F1}" type="sibTrans" cxnId="{3C45C1A7-DE32-4FB0-A434-635626CD359E}">
      <dgm:prSet/>
      <dgm:spPr/>
      <dgm:t>
        <a:bodyPr/>
        <a:lstStyle/>
        <a:p>
          <a:endParaRPr lang="en-US"/>
        </a:p>
      </dgm:t>
    </dgm:pt>
    <dgm:pt modelId="{6F20493C-71B0-4978-9E99-F563CC3B6A49}">
      <dgm:prSet/>
      <dgm:spPr/>
      <dgm:t>
        <a:bodyPr/>
        <a:lstStyle/>
        <a:p>
          <a:r>
            <a:rPr lang="en-US"/>
            <a:t>Embedding models</a:t>
          </a:r>
        </a:p>
      </dgm:t>
    </dgm:pt>
    <dgm:pt modelId="{D9DA09B3-D254-4F67-BBA0-EAE22492C56E}" type="parTrans" cxnId="{EA931C4A-1D2D-436F-8BF8-ED9FE8CAF959}">
      <dgm:prSet/>
      <dgm:spPr/>
      <dgm:t>
        <a:bodyPr/>
        <a:lstStyle/>
        <a:p>
          <a:endParaRPr lang="en-US"/>
        </a:p>
      </dgm:t>
    </dgm:pt>
    <dgm:pt modelId="{2D229C43-4812-4B63-B650-3C8EEFAE257B}" type="sibTrans" cxnId="{EA931C4A-1D2D-436F-8BF8-ED9FE8CAF959}">
      <dgm:prSet/>
      <dgm:spPr/>
      <dgm:t>
        <a:bodyPr/>
        <a:lstStyle/>
        <a:p>
          <a:endParaRPr lang="en-US"/>
        </a:p>
      </dgm:t>
    </dgm:pt>
    <dgm:pt modelId="{F559AF76-6A58-45E4-8B4B-FA2E2971413B}">
      <dgm:prSet/>
      <dgm:spPr/>
      <dgm:t>
        <a:bodyPr/>
        <a:lstStyle/>
        <a:p>
          <a:r>
            <a:rPr lang="en-US"/>
            <a:t>OpenAI text-embedding-3-small, text-embedding-3-large, Hugging Face</a:t>
          </a:r>
        </a:p>
      </dgm:t>
    </dgm:pt>
    <dgm:pt modelId="{C4FBD3DB-8DE1-46E9-86DC-C94D1ABB3125}" type="parTrans" cxnId="{91CAA3AF-57B0-4515-825F-F742394C9137}">
      <dgm:prSet/>
      <dgm:spPr/>
      <dgm:t>
        <a:bodyPr/>
        <a:lstStyle/>
        <a:p>
          <a:endParaRPr lang="en-US"/>
        </a:p>
      </dgm:t>
    </dgm:pt>
    <dgm:pt modelId="{8DAF781C-33BA-4330-84BF-836DAA3D553E}" type="sibTrans" cxnId="{91CAA3AF-57B0-4515-825F-F742394C9137}">
      <dgm:prSet/>
      <dgm:spPr/>
      <dgm:t>
        <a:bodyPr/>
        <a:lstStyle/>
        <a:p>
          <a:endParaRPr lang="en-US"/>
        </a:p>
      </dgm:t>
    </dgm:pt>
    <dgm:pt modelId="{F07A9386-7FC3-4D43-8477-5EC6E49385D6}" type="pres">
      <dgm:prSet presAssocID="{9384773E-8BA7-4E27-BCF0-45BFCF6C77EA}" presName="root" presStyleCnt="0">
        <dgm:presLayoutVars>
          <dgm:dir/>
          <dgm:resizeHandles val="exact"/>
        </dgm:presLayoutVars>
      </dgm:prSet>
      <dgm:spPr/>
    </dgm:pt>
    <dgm:pt modelId="{A60A311B-2AE4-4620-978A-7E4DABB6854F}" type="pres">
      <dgm:prSet presAssocID="{FCAEBD97-0F79-4285-8E39-E53E38B9D9EB}" presName="compNode" presStyleCnt="0"/>
      <dgm:spPr/>
    </dgm:pt>
    <dgm:pt modelId="{A17AA456-CF9A-42B4-8A02-AD6649B9F6C3}" type="pres">
      <dgm:prSet presAssocID="{FCAEBD97-0F79-4285-8E39-E53E38B9D9EB}" presName="bgRect" presStyleLbl="bgShp" presStyleIdx="0" presStyleCnt="3"/>
      <dgm:spPr/>
    </dgm:pt>
    <dgm:pt modelId="{4B1F5CDB-B11D-416F-8BA9-A8E33ADB40CE}" type="pres">
      <dgm:prSet presAssocID="{FCAEBD97-0F79-4285-8E39-E53E38B9D9E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DFAA6C0-808F-4B92-A979-766FD47B08EB}" type="pres">
      <dgm:prSet presAssocID="{FCAEBD97-0F79-4285-8E39-E53E38B9D9EB}" presName="spaceRect" presStyleCnt="0"/>
      <dgm:spPr/>
    </dgm:pt>
    <dgm:pt modelId="{F2FFD05D-864F-46DA-BBC8-8CE30F29A829}" type="pres">
      <dgm:prSet presAssocID="{FCAEBD97-0F79-4285-8E39-E53E38B9D9EB}" presName="parTx" presStyleLbl="revTx" presStyleIdx="0" presStyleCnt="5">
        <dgm:presLayoutVars>
          <dgm:chMax val="0"/>
          <dgm:chPref val="0"/>
        </dgm:presLayoutVars>
      </dgm:prSet>
      <dgm:spPr/>
    </dgm:pt>
    <dgm:pt modelId="{27C8BD51-ED6D-4683-BD85-F24476F78D4A}" type="pres">
      <dgm:prSet presAssocID="{5BB85F5A-A02E-4A1A-B7DD-387825F01450}" presName="sibTrans" presStyleCnt="0"/>
      <dgm:spPr/>
    </dgm:pt>
    <dgm:pt modelId="{7FA6C335-58E8-4ABC-B6D2-5587413C6E22}" type="pres">
      <dgm:prSet presAssocID="{72193E0D-7373-4F16-B115-0DB4EAC31184}" presName="compNode" presStyleCnt="0"/>
      <dgm:spPr/>
    </dgm:pt>
    <dgm:pt modelId="{C35F60AE-F16A-4505-A19E-A8AF71EB34F0}" type="pres">
      <dgm:prSet presAssocID="{72193E0D-7373-4F16-B115-0DB4EAC31184}" presName="bgRect" presStyleLbl="bgShp" presStyleIdx="1" presStyleCnt="3"/>
      <dgm:spPr/>
    </dgm:pt>
    <dgm:pt modelId="{F11F1E3E-98E8-4FE5-9745-F86E8761B3A3}" type="pres">
      <dgm:prSet presAssocID="{72193E0D-7373-4F16-B115-0DB4EAC3118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2586898-D8C8-4091-8031-9ADE99405C73}" type="pres">
      <dgm:prSet presAssocID="{72193E0D-7373-4F16-B115-0DB4EAC31184}" presName="spaceRect" presStyleCnt="0"/>
      <dgm:spPr/>
    </dgm:pt>
    <dgm:pt modelId="{5EF6630A-70FA-46D7-97B9-5F7A75F7770D}" type="pres">
      <dgm:prSet presAssocID="{72193E0D-7373-4F16-B115-0DB4EAC31184}" presName="parTx" presStyleLbl="revTx" presStyleIdx="1" presStyleCnt="5">
        <dgm:presLayoutVars>
          <dgm:chMax val="0"/>
          <dgm:chPref val="0"/>
        </dgm:presLayoutVars>
      </dgm:prSet>
      <dgm:spPr/>
    </dgm:pt>
    <dgm:pt modelId="{B3FF2530-D58E-41EE-9E11-55581C764F4C}" type="pres">
      <dgm:prSet presAssocID="{72193E0D-7373-4F16-B115-0DB4EAC31184}" presName="desTx" presStyleLbl="revTx" presStyleIdx="2" presStyleCnt="5">
        <dgm:presLayoutVars/>
      </dgm:prSet>
      <dgm:spPr/>
    </dgm:pt>
    <dgm:pt modelId="{782BD0BA-79E6-44C3-8C34-78D7E7745F97}" type="pres">
      <dgm:prSet presAssocID="{54F13911-921C-4C18-81C5-FB9A716B773C}" presName="sibTrans" presStyleCnt="0"/>
      <dgm:spPr/>
    </dgm:pt>
    <dgm:pt modelId="{3DFBE66D-7C99-421A-98B1-8B858A24CD2F}" type="pres">
      <dgm:prSet presAssocID="{6F20493C-71B0-4978-9E99-F563CC3B6A49}" presName="compNode" presStyleCnt="0"/>
      <dgm:spPr/>
    </dgm:pt>
    <dgm:pt modelId="{E02C3E5C-E3D8-4340-98DF-FD87F379345D}" type="pres">
      <dgm:prSet presAssocID="{6F20493C-71B0-4978-9E99-F563CC3B6A49}" presName="bgRect" presStyleLbl="bgShp" presStyleIdx="2" presStyleCnt="3"/>
      <dgm:spPr/>
    </dgm:pt>
    <dgm:pt modelId="{45FC51CD-E379-4F3D-818E-A57FC17198AF}" type="pres">
      <dgm:prSet presAssocID="{6F20493C-71B0-4978-9E99-F563CC3B6A4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B92615A1-A4AD-477C-9566-31D7B488487A}" type="pres">
      <dgm:prSet presAssocID="{6F20493C-71B0-4978-9E99-F563CC3B6A49}" presName="spaceRect" presStyleCnt="0"/>
      <dgm:spPr/>
    </dgm:pt>
    <dgm:pt modelId="{ECD88D66-9BB7-4C39-ABFE-7D447538D243}" type="pres">
      <dgm:prSet presAssocID="{6F20493C-71B0-4978-9E99-F563CC3B6A49}" presName="parTx" presStyleLbl="revTx" presStyleIdx="3" presStyleCnt="5">
        <dgm:presLayoutVars>
          <dgm:chMax val="0"/>
          <dgm:chPref val="0"/>
        </dgm:presLayoutVars>
      </dgm:prSet>
      <dgm:spPr/>
    </dgm:pt>
    <dgm:pt modelId="{B229AA38-129A-44BB-98FC-4E5A48A95BF7}" type="pres">
      <dgm:prSet presAssocID="{6F20493C-71B0-4978-9E99-F563CC3B6A49}" presName="desTx" presStyleLbl="revTx" presStyleIdx="4" presStyleCnt="5">
        <dgm:presLayoutVars/>
      </dgm:prSet>
      <dgm:spPr/>
    </dgm:pt>
  </dgm:ptLst>
  <dgm:cxnLst>
    <dgm:cxn modelId="{BB78CD02-8E68-4CAB-8B3A-794EEA140B2C}" type="presOf" srcId="{3B6581CB-C314-42CD-B00E-BBA931235278}" destId="{B3FF2530-D58E-41EE-9E11-55581C764F4C}" srcOrd="0" destOrd="0" presId="urn:microsoft.com/office/officeart/2018/2/layout/IconVerticalSolidList"/>
    <dgm:cxn modelId="{0E5F2B0B-0DE2-4911-A019-8C4287B6EC63}" type="presOf" srcId="{F559AF76-6A58-45E4-8B4B-FA2E2971413B}" destId="{B229AA38-129A-44BB-98FC-4E5A48A95BF7}" srcOrd="0" destOrd="0" presId="urn:microsoft.com/office/officeart/2018/2/layout/IconVerticalSolidList"/>
    <dgm:cxn modelId="{B48EEE0C-41C0-496B-9B1D-29174878FAA3}" type="presOf" srcId="{7BA2E757-0C53-49D9-93C9-A2554F6E2EA0}" destId="{B3FF2530-D58E-41EE-9E11-55581C764F4C}" srcOrd="0" destOrd="2" presId="urn:microsoft.com/office/officeart/2018/2/layout/IconVerticalSolidList"/>
    <dgm:cxn modelId="{0FF61B11-66BA-423F-A5CF-482613733D52}" type="presOf" srcId="{6F20493C-71B0-4978-9E99-F563CC3B6A49}" destId="{ECD88D66-9BB7-4C39-ABFE-7D447538D243}" srcOrd="0" destOrd="0" presId="urn:microsoft.com/office/officeart/2018/2/layout/IconVerticalSolidList"/>
    <dgm:cxn modelId="{EA931C4A-1D2D-436F-8BF8-ED9FE8CAF959}" srcId="{9384773E-8BA7-4E27-BCF0-45BFCF6C77EA}" destId="{6F20493C-71B0-4978-9E99-F563CC3B6A49}" srcOrd="2" destOrd="0" parTransId="{D9DA09B3-D254-4F67-BBA0-EAE22492C56E}" sibTransId="{2D229C43-4812-4B63-B650-3C8EEFAE257B}"/>
    <dgm:cxn modelId="{19C76A66-BFC5-467A-AB83-8F79393FF236}" type="presOf" srcId="{7B1734C8-83AD-4B41-A0D8-89293B5BBAB4}" destId="{B3FF2530-D58E-41EE-9E11-55581C764F4C}" srcOrd="0" destOrd="1" presId="urn:microsoft.com/office/officeart/2018/2/layout/IconVerticalSolidList"/>
    <dgm:cxn modelId="{DB51217B-4858-48C1-8059-030EB037A35E}" type="presOf" srcId="{9384773E-8BA7-4E27-BCF0-45BFCF6C77EA}" destId="{F07A9386-7FC3-4D43-8477-5EC6E49385D6}" srcOrd="0" destOrd="0" presId="urn:microsoft.com/office/officeart/2018/2/layout/IconVerticalSolidList"/>
    <dgm:cxn modelId="{556F6F7C-615B-4060-9B90-D1E9F88774EA}" type="presOf" srcId="{FCAEBD97-0F79-4285-8E39-E53E38B9D9EB}" destId="{F2FFD05D-864F-46DA-BBC8-8CE30F29A829}" srcOrd="0" destOrd="0" presId="urn:microsoft.com/office/officeart/2018/2/layout/IconVerticalSolidList"/>
    <dgm:cxn modelId="{3C45C1A7-DE32-4FB0-A434-635626CD359E}" srcId="{72193E0D-7373-4F16-B115-0DB4EAC31184}" destId="{7BA2E757-0C53-49D9-93C9-A2554F6E2EA0}" srcOrd="2" destOrd="0" parTransId="{3AE46800-CB32-4E59-ACA2-D3E628C9FC37}" sibTransId="{B0D338A8-957F-411B-A9CF-81D5006D01F1}"/>
    <dgm:cxn modelId="{91CAA3AF-57B0-4515-825F-F742394C9137}" srcId="{6F20493C-71B0-4978-9E99-F563CC3B6A49}" destId="{F559AF76-6A58-45E4-8B4B-FA2E2971413B}" srcOrd="0" destOrd="0" parTransId="{C4FBD3DB-8DE1-46E9-86DC-C94D1ABB3125}" sibTransId="{8DAF781C-33BA-4330-84BF-836DAA3D553E}"/>
    <dgm:cxn modelId="{6310E6B0-5D56-4672-B65F-C52F5DEA835C}" srcId="{9384773E-8BA7-4E27-BCF0-45BFCF6C77EA}" destId="{FCAEBD97-0F79-4285-8E39-E53E38B9D9EB}" srcOrd="0" destOrd="0" parTransId="{55D6DADC-42CC-4BAE-A15B-560B12749134}" sibTransId="{5BB85F5A-A02E-4A1A-B7DD-387825F01450}"/>
    <dgm:cxn modelId="{23B4DDB4-3A40-405C-AD4C-610B52353822}" srcId="{72193E0D-7373-4F16-B115-0DB4EAC31184}" destId="{7B1734C8-83AD-4B41-A0D8-89293B5BBAB4}" srcOrd="1" destOrd="0" parTransId="{7A1C1196-84D3-4ABA-866E-1D3247777718}" sibTransId="{6CF407AA-08F3-4572-81E4-E0E2AA8267EB}"/>
    <dgm:cxn modelId="{4C8FF4BA-609B-431A-9521-9C0854E44A2F}" type="presOf" srcId="{72193E0D-7373-4F16-B115-0DB4EAC31184}" destId="{5EF6630A-70FA-46D7-97B9-5F7A75F7770D}" srcOrd="0" destOrd="0" presId="urn:microsoft.com/office/officeart/2018/2/layout/IconVerticalSolidList"/>
    <dgm:cxn modelId="{FA9DAFC5-C742-459E-A076-1C8924CCB6D8}" srcId="{9384773E-8BA7-4E27-BCF0-45BFCF6C77EA}" destId="{72193E0D-7373-4F16-B115-0DB4EAC31184}" srcOrd="1" destOrd="0" parTransId="{C3216AEF-C87B-487A-BF70-2842AE60DA51}" sibTransId="{54F13911-921C-4C18-81C5-FB9A716B773C}"/>
    <dgm:cxn modelId="{95028CED-895E-4FCF-B627-2A7DE4B891E4}" srcId="{72193E0D-7373-4F16-B115-0DB4EAC31184}" destId="{3B6581CB-C314-42CD-B00E-BBA931235278}" srcOrd="0" destOrd="0" parTransId="{7512E9F8-D13D-4627-A7B5-EBCD924D8397}" sibTransId="{31F70586-54AF-4512-AF5A-01DB7216BFD9}"/>
    <dgm:cxn modelId="{BB450BD9-A575-49C0-986F-1274385B5EBC}" type="presParOf" srcId="{F07A9386-7FC3-4D43-8477-5EC6E49385D6}" destId="{A60A311B-2AE4-4620-978A-7E4DABB6854F}" srcOrd="0" destOrd="0" presId="urn:microsoft.com/office/officeart/2018/2/layout/IconVerticalSolidList"/>
    <dgm:cxn modelId="{5EFA2206-4E57-4B0F-923C-9E7145A14345}" type="presParOf" srcId="{A60A311B-2AE4-4620-978A-7E4DABB6854F}" destId="{A17AA456-CF9A-42B4-8A02-AD6649B9F6C3}" srcOrd="0" destOrd="0" presId="urn:microsoft.com/office/officeart/2018/2/layout/IconVerticalSolidList"/>
    <dgm:cxn modelId="{A025F87A-9B7B-44D0-819D-62E7F5361AC6}" type="presParOf" srcId="{A60A311B-2AE4-4620-978A-7E4DABB6854F}" destId="{4B1F5CDB-B11D-416F-8BA9-A8E33ADB40CE}" srcOrd="1" destOrd="0" presId="urn:microsoft.com/office/officeart/2018/2/layout/IconVerticalSolidList"/>
    <dgm:cxn modelId="{D1595FC9-F9DD-4393-B990-78FC290115AD}" type="presParOf" srcId="{A60A311B-2AE4-4620-978A-7E4DABB6854F}" destId="{0DFAA6C0-808F-4B92-A979-766FD47B08EB}" srcOrd="2" destOrd="0" presId="urn:microsoft.com/office/officeart/2018/2/layout/IconVerticalSolidList"/>
    <dgm:cxn modelId="{67978A10-BFF2-417F-A70B-5F3CC7C25F17}" type="presParOf" srcId="{A60A311B-2AE4-4620-978A-7E4DABB6854F}" destId="{F2FFD05D-864F-46DA-BBC8-8CE30F29A829}" srcOrd="3" destOrd="0" presId="urn:microsoft.com/office/officeart/2018/2/layout/IconVerticalSolidList"/>
    <dgm:cxn modelId="{1945BFE4-44BD-4D7D-94FC-C0ADB044B909}" type="presParOf" srcId="{F07A9386-7FC3-4D43-8477-5EC6E49385D6}" destId="{27C8BD51-ED6D-4683-BD85-F24476F78D4A}" srcOrd="1" destOrd="0" presId="urn:microsoft.com/office/officeart/2018/2/layout/IconVerticalSolidList"/>
    <dgm:cxn modelId="{09DE0CB1-B6C5-4C26-83AF-B6E17AF24556}" type="presParOf" srcId="{F07A9386-7FC3-4D43-8477-5EC6E49385D6}" destId="{7FA6C335-58E8-4ABC-B6D2-5587413C6E22}" srcOrd="2" destOrd="0" presId="urn:microsoft.com/office/officeart/2018/2/layout/IconVerticalSolidList"/>
    <dgm:cxn modelId="{5E14B0FC-A006-4E72-B28B-A994EC7EA1F1}" type="presParOf" srcId="{7FA6C335-58E8-4ABC-B6D2-5587413C6E22}" destId="{C35F60AE-F16A-4505-A19E-A8AF71EB34F0}" srcOrd="0" destOrd="0" presId="urn:microsoft.com/office/officeart/2018/2/layout/IconVerticalSolidList"/>
    <dgm:cxn modelId="{586AE65E-C3CA-4F46-9BA9-A8C77C008F4A}" type="presParOf" srcId="{7FA6C335-58E8-4ABC-B6D2-5587413C6E22}" destId="{F11F1E3E-98E8-4FE5-9745-F86E8761B3A3}" srcOrd="1" destOrd="0" presId="urn:microsoft.com/office/officeart/2018/2/layout/IconVerticalSolidList"/>
    <dgm:cxn modelId="{68C937BF-4DA4-41E7-BEA4-5B02E9A0FFED}" type="presParOf" srcId="{7FA6C335-58E8-4ABC-B6D2-5587413C6E22}" destId="{12586898-D8C8-4091-8031-9ADE99405C73}" srcOrd="2" destOrd="0" presId="urn:microsoft.com/office/officeart/2018/2/layout/IconVerticalSolidList"/>
    <dgm:cxn modelId="{508A4CA8-40E1-41E8-A42B-A1548EEF062E}" type="presParOf" srcId="{7FA6C335-58E8-4ABC-B6D2-5587413C6E22}" destId="{5EF6630A-70FA-46D7-97B9-5F7A75F7770D}" srcOrd="3" destOrd="0" presId="urn:microsoft.com/office/officeart/2018/2/layout/IconVerticalSolidList"/>
    <dgm:cxn modelId="{6530B3B3-7941-47D0-B7E1-1E8CC43E4121}" type="presParOf" srcId="{7FA6C335-58E8-4ABC-B6D2-5587413C6E22}" destId="{B3FF2530-D58E-41EE-9E11-55581C764F4C}" srcOrd="4" destOrd="0" presId="urn:microsoft.com/office/officeart/2018/2/layout/IconVerticalSolidList"/>
    <dgm:cxn modelId="{D4DFEF90-2DBA-477B-8823-F99D0581E99D}" type="presParOf" srcId="{F07A9386-7FC3-4D43-8477-5EC6E49385D6}" destId="{782BD0BA-79E6-44C3-8C34-78D7E7745F97}" srcOrd="3" destOrd="0" presId="urn:microsoft.com/office/officeart/2018/2/layout/IconVerticalSolidList"/>
    <dgm:cxn modelId="{B0D3ED7A-740A-4FD6-8214-5AF7C284E9D9}" type="presParOf" srcId="{F07A9386-7FC3-4D43-8477-5EC6E49385D6}" destId="{3DFBE66D-7C99-421A-98B1-8B858A24CD2F}" srcOrd="4" destOrd="0" presId="urn:microsoft.com/office/officeart/2018/2/layout/IconVerticalSolidList"/>
    <dgm:cxn modelId="{34501B99-E2E0-4E26-8E3F-29F2C885B0C1}" type="presParOf" srcId="{3DFBE66D-7C99-421A-98B1-8B858A24CD2F}" destId="{E02C3E5C-E3D8-4340-98DF-FD87F379345D}" srcOrd="0" destOrd="0" presId="urn:microsoft.com/office/officeart/2018/2/layout/IconVerticalSolidList"/>
    <dgm:cxn modelId="{EEC5AFD3-8B82-491E-9004-458955DFD882}" type="presParOf" srcId="{3DFBE66D-7C99-421A-98B1-8B858A24CD2F}" destId="{45FC51CD-E379-4F3D-818E-A57FC17198AF}" srcOrd="1" destOrd="0" presId="urn:microsoft.com/office/officeart/2018/2/layout/IconVerticalSolidList"/>
    <dgm:cxn modelId="{E1D52AE9-F42F-4867-A5A7-C8A758BE9FBE}" type="presParOf" srcId="{3DFBE66D-7C99-421A-98B1-8B858A24CD2F}" destId="{B92615A1-A4AD-477C-9566-31D7B488487A}" srcOrd="2" destOrd="0" presId="urn:microsoft.com/office/officeart/2018/2/layout/IconVerticalSolidList"/>
    <dgm:cxn modelId="{56132180-EA25-4EF5-AFCA-98DF34EA51A2}" type="presParOf" srcId="{3DFBE66D-7C99-421A-98B1-8B858A24CD2F}" destId="{ECD88D66-9BB7-4C39-ABFE-7D447538D243}" srcOrd="3" destOrd="0" presId="urn:microsoft.com/office/officeart/2018/2/layout/IconVerticalSolidList"/>
    <dgm:cxn modelId="{15270C5C-362D-46CF-B5E3-46381AC42640}" type="presParOf" srcId="{3DFBE66D-7C99-421A-98B1-8B858A24CD2F}" destId="{B229AA38-129A-44BB-98FC-4E5A48A95BF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D36EC4-F641-48E8-A8AF-D965148E3F5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35DFA415-103E-476E-9A53-B55641378D13}">
      <dgm:prSet/>
      <dgm:spPr/>
      <dgm:t>
        <a:bodyPr/>
        <a:lstStyle/>
        <a:p>
          <a:pPr>
            <a:defRPr cap="all"/>
          </a:pPr>
          <a:r>
            <a:rPr lang="en-CA"/>
            <a:t>Framework for building applications with Large Language Models (LLMs)</a:t>
          </a:r>
          <a:endParaRPr lang="en-US"/>
        </a:p>
      </dgm:t>
    </dgm:pt>
    <dgm:pt modelId="{2C68EC1E-5F74-4A93-A1EA-5448D5EDA0FC}" type="parTrans" cxnId="{7EF8F8CC-FD7D-49B9-BFA9-AEA662014200}">
      <dgm:prSet/>
      <dgm:spPr/>
      <dgm:t>
        <a:bodyPr/>
        <a:lstStyle/>
        <a:p>
          <a:endParaRPr lang="en-US"/>
        </a:p>
      </dgm:t>
    </dgm:pt>
    <dgm:pt modelId="{6EDFCEAA-DC75-4B9E-90D9-5089BB9D401E}" type="sibTrans" cxnId="{7EF8F8CC-FD7D-49B9-BFA9-AEA662014200}">
      <dgm:prSet/>
      <dgm:spPr/>
      <dgm:t>
        <a:bodyPr/>
        <a:lstStyle/>
        <a:p>
          <a:endParaRPr lang="en-US"/>
        </a:p>
      </dgm:t>
    </dgm:pt>
    <dgm:pt modelId="{DC2D1FD4-F5E0-4A4F-9F00-D03883CA5101}">
      <dgm:prSet/>
      <dgm:spPr/>
      <dgm:t>
        <a:bodyPr/>
        <a:lstStyle/>
        <a:p>
          <a:pPr>
            <a:defRPr cap="all"/>
          </a:pPr>
          <a:r>
            <a:rPr lang="en-CA"/>
            <a:t>Simplifies connecting LLMs to </a:t>
          </a:r>
          <a:r>
            <a:rPr lang="en-CA" b="1"/>
            <a:t>external data, APIs, and workflows</a:t>
          </a:r>
          <a:endParaRPr lang="en-US"/>
        </a:p>
      </dgm:t>
    </dgm:pt>
    <dgm:pt modelId="{5DAF2735-CE0D-43D8-8C83-16633C56BEC5}" type="parTrans" cxnId="{730101AB-B504-4AE8-9BA6-E513761AA7FD}">
      <dgm:prSet/>
      <dgm:spPr/>
      <dgm:t>
        <a:bodyPr/>
        <a:lstStyle/>
        <a:p>
          <a:endParaRPr lang="en-US"/>
        </a:p>
      </dgm:t>
    </dgm:pt>
    <dgm:pt modelId="{7CAD5C5A-9245-477F-AEC4-856B97A1D3F3}" type="sibTrans" cxnId="{730101AB-B504-4AE8-9BA6-E513761AA7FD}">
      <dgm:prSet/>
      <dgm:spPr/>
      <dgm:t>
        <a:bodyPr/>
        <a:lstStyle/>
        <a:p>
          <a:endParaRPr lang="en-US"/>
        </a:p>
      </dgm:t>
    </dgm:pt>
    <dgm:pt modelId="{892A9140-A01C-47A4-AAB9-F454203D3438}">
      <dgm:prSet/>
      <dgm:spPr/>
      <dgm:t>
        <a:bodyPr/>
        <a:lstStyle/>
        <a:p>
          <a:pPr>
            <a:defRPr cap="all"/>
          </a:pPr>
          <a:r>
            <a:rPr lang="en-CA" b="1"/>
            <a:t>Chains</a:t>
          </a:r>
          <a:r>
            <a:rPr lang="en-CA"/>
            <a:t> → Sequential steps combining LLM calls and logic</a:t>
          </a:r>
          <a:endParaRPr lang="en-US"/>
        </a:p>
      </dgm:t>
    </dgm:pt>
    <dgm:pt modelId="{1F784828-2207-48C2-B437-E63D2C3A04C1}" type="parTrans" cxnId="{A7749645-77F7-442C-A32B-4CA3C5B002AD}">
      <dgm:prSet/>
      <dgm:spPr/>
      <dgm:t>
        <a:bodyPr/>
        <a:lstStyle/>
        <a:p>
          <a:endParaRPr lang="en-US"/>
        </a:p>
      </dgm:t>
    </dgm:pt>
    <dgm:pt modelId="{4E8DE78F-48E7-4E40-8C22-956ACC1B2445}" type="sibTrans" cxnId="{A7749645-77F7-442C-A32B-4CA3C5B002AD}">
      <dgm:prSet/>
      <dgm:spPr/>
      <dgm:t>
        <a:bodyPr/>
        <a:lstStyle/>
        <a:p>
          <a:endParaRPr lang="en-US"/>
        </a:p>
      </dgm:t>
    </dgm:pt>
    <dgm:pt modelId="{1388E79C-B227-4BC3-A8C4-B724FBDE0792}">
      <dgm:prSet/>
      <dgm:spPr/>
      <dgm:t>
        <a:bodyPr/>
        <a:lstStyle/>
        <a:p>
          <a:pPr>
            <a:defRPr cap="all"/>
          </a:pPr>
          <a:r>
            <a:rPr lang="en-CA" b="1"/>
            <a:t>Agents</a:t>
          </a:r>
          <a:r>
            <a:rPr lang="en-CA"/>
            <a:t> → LLMs that can interact with tools and APIs dynamically</a:t>
          </a:r>
          <a:endParaRPr lang="en-US"/>
        </a:p>
      </dgm:t>
    </dgm:pt>
    <dgm:pt modelId="{D227393E-7EC0-4841-82D2-77BEC9CA8FB3}" type="parTrans" cxnId="{14923EB0-3D6F-4CE6-AAE1-ECB74A254117}">
      <dgm:prSet/>
      <dgm:spPr/>
      <dgm:t>
        <a:bodyPr/>
        <a:lstStyle/>
        <a:p>
          <a:endParaRPr lang="en-US"/>
        </a:p>
      </dgm:t>
    </dgm:pt>
    <dgm:pt modelId="{1776209E-EEDA-4A31-A46C-B275A6657163}" type="sibTrans" cxnId="{14923EB0-3D6F-4CE6-AAE1-ECB74A254117}">
      <dgm:prSet/>
      <dgm:spPr/>
      <dgm:t>
        <a:bodyPr/>
        <a:lstStyle/>
        <a:p>
          <a:endParaRPr lang="en-US"/>
        </a:p>
      </dgm:t>
    </dgm:pt>
    <dgm:pt modelId="{97FE34A1-BB3F-4663-88CB-48D00A450723}">
      <dgm:prSet/>
      <dgm:spPr/>
      <dgm:t>
        <a:bodyPr/>
        <a:lstStyle/>
        <a:p>
          <a:pPr>
            <a:defRPr cap="all"/>
          </a:pPr>
          <a:r>
            <a:rPr lang="en-CA" b="1"/>
            <a:t>Memory</a:t>
          </a:r>
          <a:r>
            <a:rPr lang="en-CA"/>
            <a:t> → Stores context for multi-turn interactions</a:t>
          </a:r>
          <a:endParaRPr lang="en-US"/>
        </a:p>
      </dgm:t>
    </dgm:pt>
    <dgm:pt modelId="{69FB9FFE-405E-4E44-8C0F-C76BE296F3BB}" type="parTrans" cxnId="{FE31DE26-4D27-4039-9586-845F76005C22}">
      <dgm:prSet/>
      <dgm:spPr/>
      <dgm:t>
        <a:bodyPr/>
        <a:lstStyle/>
        <a:p>
          <a:endParaRPr lang="en-US"/>
        </a:p>
      </dgm:t>
    </dgm:pt>
    <dgm:pt modelId="{4744DE91-1B79-4500-BF3D-086831650E8D}" type="sibTrans" cxnId="{FE31DE26-4D27-4039-9586-845F76005C22}">
      <dgm:prSet/>
      <dgm:spPr/>
      <dgm:t>
        <a:bodyPr/>
        <a:lstStyle/>
        <a:p>
          <a:endParaRPr lang="en-US"/>
        </a:p>
      </dgm:t>
    </dgm:pt>
    <dgm:pt modelId="{B2051BFA-8A2C-4625-AC42-EC2F55E988A0}">
      <dgm:prSet/>
      <dgm:spPr/>
      <dgm:t>
        <a:bodyPr/>
        <a:lstStyle/>
        <a:p>
          <a:pPr>
            <a:defRPr cap="all"/>
          </a:pPr>
          <a:r>
            <a:rPr lang="en-CA"/>
            <a:t>LLM orchestration for complex tasks</a:t>
          </a:r>
          <a:endParaRPr lang="en-US"/>
        </a:p>
      </dgm:t>
    </dgm:pt>
    <dgm:pt modelId="{B2E18F06-0EF2-4DED-9E66-05D0B79BDE97}" type="parTrans" cxnId="{775C5F0A-EABB-46BC-BB0D-6B0AE72E842B}">
      <dgm:prSet/>
      <dgm:spPr/>
      <dgm:t>
        <a:bodyPr/>
        <a:lstStyle/>
        <a:p>
          <a:endParaRPr lang="en-US"/>
        </a:p>
      </dgm:t>
    </dgm:pt>
    <dgm:pt modelId="{1B5E7B33-92AC-45C5-B421-7611AE024126}" type="sibTrans" cxnId="{775C5F0A-EABB-46BC-BB0D-6B0AE72E842B}">
      <dgm:prSet/>
      <dgm:spPr/>
      <dgm:t>
        <a:bodyPr/>
        <a:lstStyle/>
        <a:p>
          <a:endParaRPr lang="en-US"/>
        </a:p>
      </dgm:t>
    </dgm:pt>
    <dgm:pt modelId="{5A86A344-E330-4B3D-98AD-C63215E2B519}">
      <dgm:prSet/>
      <dgm:spPr/>
      <dgm:t>
        <a:bodyPr/>
        <a:lstStyle/>
        <a:p>
          <a:pPr>
            <a:defRPr cap="all"/>
          </a:pPr>
          <a:r>
            <a:rPr lang="en-CA"/>
            <a:t>Integration with </a:t>
          </a:r>
          <a:r>
            <a:rPr lang="en-CA" b="1"/>
            <a:t>databases, APIs, and documents</a:t>
          </a:r>
          <a:endParaRPr lang="en-US"/>
        </a:p>
      </dgm:t>
    </dgm:pt>
    <dgm:pt modelId="{6E7F7F52-70B1-4CF7-BB25-2AB7B0D23705}" type="parTrans" cxnId="{485BC5AC-B218-4FEC-97F9-D789CB375CDB}">
      <dgm:prSet/>
      <dgm:spPr/>
      <dgm:t>
        <a:bodyPr/>
        <a:lstStyle/>
        <a:p>
          <a:endParaRPr lang="en-US"/>
        </a:p>
      </dgm:t>
    </dgm:pt>
    <dgm:pt modelId="{CEAD39A5-F78E-46CD-AF82-D0C5B5321EBC}" type="sibTrans" cxnId="{485BC5AC-B218-4FEC-97F9-D789CB375CDB}">
      <dgm:prSet/>
      <dgm:spPr/>
      <dgm:t>
        <a:bodyPr/>
        <a:lstStyle/>
        <a:p>
          <a:endParaRPr lang="en-US"/>
        </a:p>
      </dgm:t>
    </dgm:pt>
    <dgm:pt modelId="{64DBCFAD-896A-4708-85BA-6CA386748E6B}">
      <dgm:prSet/>
      <dgm:spPr/>
      <dgm:t>
        <a:bodyPr/>
        <a:lstStyle/>
        <a:p>
          <a:pPr>
            <a:defRPr cap="all"/>
          </a:pPr>
          <a:r>
            <a:rPr lang="en-CA"/>
            <a:t>Supports retrieval-augmented generation (RAG)</a:t>
          </a:r>
          <a:endParaRPr lang="en-US"/>
        </a:p>
      </dgm:t>
    </dgm:pt>
    <dgm:pt modelId="{C762E174-4C1A-493C-8E26-C6953ABE53F4}" type="parTrans" cxnId="{7FC4C859-6B66-4B8C-BB15-A3AD827A41F5}">
      <dgm:prSet/>
      <dgm:spPr/>
      <dgm:t>
        <a:bodyPr/>
        <a:lstStyle/>
        <a:p>
          <a:endParaRPr lang="en-US"/>
        </a:p>
      </dgm:t>
    </dgm:pt>
    <dgm:pt modelId="{30912A5A-DB97-4012-AC85-619D6C19F5B9}" type="sibTrans" cxnId="{7FC4C859-6B66-4B8C-BB15-A3AD827A41F5}">
      <dgm:prSet/>
      <dgm:spPr/>
      <dgm:t>
        <a:bodyPr/>
        <a:lstStyle/>
        <a:p>
          <a:endParaRPr lang="en-US"/>
        </a:p>
      </dgm:t>
    </dgm:pt>
    <dgm:pt modelId="{11FD9466-55FD-4419-A9EB-0E252B5DC630}" type="pres">
      <dgm:prSet presAssocID="{84D36EC4-F641-48E8-A8AF-D965148E3F55}" presName="root" presStyleCnt="0">
        <dgm:presLayoutVars>
          <dgm:dir/>
          <dgm:resizeHandles val="exact"/>
        </dgm:presLayoutVars>
      </dgm:prSet>
      <dgm:spPr/>
    </dgm:pt>
    <dgm:pt modelId="{BD7EC2F6-139E-4DED-8C67-6CEC26508365}" type="pres">
      <dgm:prSet presAssocID="{35DFA415-103E-476E-9A53-B55641378D13}" presName="compNode" presStyleCnt="0"/>
      <dgm:spPr/>
    </dgm:pt>
    <dgm:pt modelId="{B94BCC7C-C858-4B1E-9736-6A6C2C08ACC3}" type="pres">
      <dgm:prSet presAssocID="{35DFA415-103E-476E-9A53-B55641378D13}" presName="iconBgRect" presStyleLbl="bgShp" presStyleIdx="0" presStyleCnt="8"/>
      <dgm:spPr/>
    </dgm:pt>
    <dgm:pt modelId="{532A42F8-ABF9-4BAA-BFA7-89ED72AE55A8}" type="pres">
      <dgm:prSet presAssocID="{35DFA415-103E-476E-9A53-B55641378D1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2E23A0E-2FBA-4844-A5A7-7C4C9B669126}" type="pres">
      <dgm:prSet presAssocID="{35DFA415-103E-476E-9A53-B55641378D13}" presName="spaceRect" presStyleCnt="0"/>
      <dgm:spPr/>
    </dgm:pt>
    <dgm:pt modelId="{2EB5A3FD-8BBD-41A2-A661-643E6D718751}" type="pres">
      <dgm:prSet presAssocID="{35DFA415-103E-476E-9A53-B55641378D13}" presName="textRect" presStyleLbl="revTx" presStyleIdx="0" presStyleCnt="8">
        <dgm:presLayoutVars>
          <dgm:chMax val="1"/>
          <dgm:chPref val="1"/>
        </dgm:presLayoutVars>
      </dgm:prSet>
      <dgm:spPr/>
    </dgm:pt>
    <dgm:pt modelId="{60E19B54-4EE4-4B9A-A9F3-E0901AB89865}" type="pres">
      <dgm:prSet presAssocID="{6EDFCEAA-DC75-4B9E-90D9-5089BB9D401E}" presName="sibTrans" presStyleCnt="0"/>
      <dgm:spPr/>
    </dgm:pt>
    <dgm:pt modelId="{C9D8E641-2FCD-46E0-B0F8-05ADEFB925D1}" type="pres">
      <dgm:prSet presAssocID="{DC2D1FD4-F5E0-4A4F-9F00-D03883CA5101}" presName="compNode" presStyleCnt="0"/>
      <dgm:spPr/>
    </dgm:pt>
    <dgm:pt modelId="{F90CDA5B-FC4D-4B17-A3B5-CC9C718C745E}" type="pres">
      <dgm:prSet presAssocID="{DC2D1FD4-F5E0-4A4F-9F00-D03883CA5101}" presName="iconBgRect" presStyleLbl="bgShp" presStyleIdx="1" presStyleCnt="8"/>
      <dgm:spPr/>
    </dgm:pt>
    <dgm:pt modelId="{39DA0446-BFC4-4DE9-ABE1-E9B121299BF2}" type="pres">
      <dgm:prSet presAssocID="{DC2D1FD4-F5E0-4A4F-9F00-D03883CA5101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0067A94D-6FB2-4958-ADBF-29EBA85D9A94}" type="pres">
      <dgm:prSet presAssocID="{DC2D1FD4-F5E0-4A4F-9F00-D03883CA5101}" presName="spaceRect" presStyleCnt="0"/>
      <dgm:spPr/>
    </dgm:pt>
    <dgm:pt modelId="{5FFC9BC0-C880-4C7F-96F9-F2BF8FF8AFFC}" type="pres">
      <dgm:prSet presAssocID="{DC2D1FD4-F5E0-4A4F-9F00-D03883CA5101}" presName="textRect" presStyleLbl="revTx" presStyleIdx="1" presStyleCnt="8">
        <dgm:presLayoutVars>
          <dgm:chMax val="1"/>
          <dgm:chPref val="1"/>
        </dgm:presLayoutVars>
      </dgm:prSet>
      <dgm:spPr/>
    </dgm:pt>
    <dgm:pt modelId="{0799E761-0DDD-4AC3-AF7B-118AF38E466F}" type="pres">
      <dgm:prSet presAssocID="{7CAD5C5A-9245-477F-AEC4-856B97A1D3F3}" presName="sibTrans" presStyleCnt="0"/>
      <dgm:spPr/>
    </dgm:pt>
    <dgm:pt modelId="{F0B661B6-2719-4478-9D53-C5B35B0F58B5}" type="pres">
      <dgm:prSet presAssocID="{892A9140-A01C-47A4-AAB9-F454203D3438}" presName="compNode" presStyleCnt="0"/>
      <dgm:spPr/>
    </dgm:pt>
    <dgm:pt modelId="{4DE2ABA3-78A6-431C-8A5B-1D8A4EFE1C7E}" type="pres">
      <dgm:prSet presAssocID="{892A9140-A01C-47A4-AAB9-F454203D3438}" presName="iconBgRect" presStyleLbl="bgShp" presStyleIdx="2" presStyleCnt="8"/>
      <dgm:spPr/>
    </dgm:pt>
    <dgm:pt modelId="{4F7968B4-D067-4C31-8EC3-F9919F63EDF1}" type="pres">
      <dgm:prSet presAssocID="{892A9140-A01C-47A4-AAB9-F454203D3438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A8BE326-AECD-4A16-B8F1-7E14F77B8305}" type="pres">
      <dgm:prSet presAssocID="{892A9140-A01C-47A4-AAB9-F454203D3438}" presName="spaceRect" presStyleCnt="0"/>
      <dgm:spPr/>
    </dgm:pt>
    <dgm:pt modelId="{05D36BB8-B91C-4DA3-9E90-1C3B0D0F893C}" type="pres">
      <dgm:prSet presAssocID="{892A9140-A01C-47A4-AAB9-F454203D3438}" presName="textRect" presStyleLbl="revTx" presStyleIdx="2" presStyleCnt="8">
        <dgm:presLayoutVars>
          <dgm:chMax val="1"/>
          <dgm:chPref val="1"/>
        </dgm:presLayoutVars>
      </dgm:prSet>
      <dgm:spPr/>
    </dgm:pt>
    <dgm:pt modelId="{56754EC7-A866-49E6-8FA0-8C342ECB4743}" type="pres">
      <dgm:prSet presAssocID="{4E8DE78F-48E7-4E40-8C22-956ACC1B2445}" presName="sibTrans" presStyleCnt="0"/>
      <dgm:spPr/>
    </dgm:pt>
    <dgm:pt modelId="{83E148DD-E59C-41DD-B80C-BD041D9E5F98}" type="pres">
      <dgm:prSet presAssocID="{1388E79C-B227-4BC3-A8C4-B724FBDE0792}" presName="compNode" presStyleCnt="0"/>
      <dgm:spPr/>
    </dgm:pt>
    <dgm:pt modelId="{D5568756-730F-4C02-9615-34130EF0BE9D}" type="pres">
      <dgm:prSet presAssocID="{1388E79C-B227-4BC3-A8C4-B724FBDE0792}" presName="iconBgRect" presStyleLbl="bgShp" presStyleIdx="3" presStyleCnt="8"/>
      <dgm:spPr/>
    </dgm:pt>
    <dgm:pt modelId="{F6BF26F3-07A1-4DB2-B163-C08126AB1D5F}" type="pres">
      <dgm:prSet presAssocID="{1388E79C-B227-4BC3-A8C4-B724FBDE0792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B6E0475-431D-4384-B585-4635909EE8B8}" type="pres">
      <dgm:prSet presAssocID="{1388E79C-B227-4BC3-A8C4-B724FBDE0792}" presName="spaceRect" presStyleCnt="0"/>
      <dgm:spPr/>
    </dgm:pt>
    <dgm:pt modelId="{DF648920-F88B-4885-B2C4-018C9F93488A}" type="pres">
      <dgm:prSet presAssocID="{1388E79C-B227-4BC3-A8C4-B724FBDE0792}" presName="textRect" presStyleLbl="revTx" presStyleIdx="3" presStyleCnt="8">
        <dgm:presLayoutVars>
          <dgm:chMax val="1"/>
          <dgm:chPref val="1"/>
        </dgm:presLayoutVars>
      </dgm:prSet>
      <dgm:spPr/>
    </dgm:pt>
    <dgm:pt modelId="{761C7BBC-1437-4366-82B3-06E1342C15F6}" type="pres">
      <dgm:prSet presAssocID="{1776209E-EEDA-4A31-A46C-B275A6657163}" presName="sibTrans" presStyleCnt="0"/>
      <dgm:spPr/>
    </dgm:pt>
    <dgm:pt modelId="{C88AC740-41C5-42D8-9833-610A4F639B74}" type="pres">
      <dgm:prSet presAssocID="{97FE34A1-BB3F-4663-88CB-48D00A450723}" presName="compNode" presStyleCnt="0"/>
      <dgm:spPr/>
    </dgm:pt>
    <dgm:pt modelId="{C37CD530-683A-4002-BA97-8D38C415D479}" type="pres">
      <dgm:prSet presAssocID="{97FE34A1-BB3F-4663-88CB-48D00A450723}" presName="iconBgRect" presStyleLbl="bgShp" presStyleIdx="4" presStyleCnt="8"/>
      <dgm:spPr/>
    </dgm:pt>
    <dgm:pt modelId="{DFD05377-9091-4590-8BDD-E49FCAAE5848}" type="pres">
      <dgm:prSet presAssocID="{97FE34A1-BB3F-4663-88CB-48D00A450723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F9B289E-17C7-4166-A8EF-3AA757B8B94E}" type="pres">
      <dgm:prSet presAssocID="{97FE34A1-BB3F-4663-88CB-48D00A450723}" presName="spaceRect" presStyleCnt="0"/>
      <dgm:spPr/>
    </dgm:pt>
    <dgm:pt modelId="{3230CFF8-166A-474A-B485-9326559B762E}" type="pres">
      <dgm:prSet presAssocID="{97FE34A1-BB3F-4663-88CB-48D00A450723}" presName="textRect" presStyleLbl="revTx" presStyleIdx="4" presStyleCnt="8">
        <dgm:presLayoutVars>
          <dgm:chMax val="1"/>
          <dgm:chPref val="1"/>
        </dgm:presLayoutVars>
      </dgm:prSet>
      <dgm:spPr/>
    </dgm:pt>
    <dgm:pt modelId="{E541CB6E-D0BF-4EBB-B0AF-37B16F8701DC}" type="pres">
      <dgm:prSet presAssocID="{4744DE91-1B79-4500-BF3D-086831650E8D}" presName="sibTrans" presStyleCnt="0"/>
      <dgm:spPr/>
    </dgm:pt>
    <dgm:pt modelId="{6AD8A544-6630-4CC4-8139-79E2FD9E0040}" type="pres">
      <dgm:prSet presAssocID="{B2051BFA-8A2C-4625-AC42-EC2F55E988A0}" presName="compNode" presStyleCnt="0"/>
      <dgm:spPr/>
    </dgm:pt>
    <dgm:pt modelId="{595121B4-2D62-457B-B3FE-C6C69C4B543E}" type="pres">
      <dgm:prSet presAssocID="{B2051BFA-8A2C-4625-AC42-EC2F55E988A0}" presName="iconBgRect" presStyleLbl="bgShp" presStyleIdx="5" presStyleCnt="8"/>
      <dgm:spPr/>
    </dgm:pt>
    <dgm:pt modelId="{033516CA-8D70-4A91-BEF4-45306DA86604}" type="pres">
      <dgm:prSet presAssocID="{B2051BFA-8A2C-4625-AC42-EC2F55E988A0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38B267-3326-437C-A083-E1EBDAC45D56}" type="pres">
      <dgm:prSet presAssocID="{B2051BFA-8A2C-4625-AC42-EC2F55E988A0}" presName="spaceRect" presStyleCnt="0"/>
      <dgm:spPr/>
    </dgm:pt>
    <dgm:pt modelId="{271D331E-CD86-4658-97FB-F777D8D43EFF}" type="pres">
      <dgm:prSet presAssocID="{B2051BFA-8A2C-4625-AC42-EC2F55E988A0}" presName="textRect" presStyleLbl="revTx" presStyleIdx="5" presStyleCnt="8">
        <dgm:presLayoutVars>
          <dgm:chMax val="1"/>
          <dgm:chPref val="1"/>
        </dgm:presLayoutVars>
      </dgm:prSet>
      <dgm:spPr/>
    </dgm:pt>
    <dgm:pt modelId="{02D18396-4AEF-44CC-BFA7-C192FD92E3F2}" type="pres">
      <dgm:prSet presAssocID="{1B5E7B33-92AC-45C5-B421-7611AE024126}" presName="sibTrans" presStyleCnt="0"/>
      <dgm:spPr/>
    </dgm:pt>
    <dgm:pt modelId="{BC6888B0-FCC0-4ECB-AFE2-B388B701AD55}" type="pres">
      <dgm:prSet presAssocID="{5A86A344-E330-4B3D-98AD-C63215E2B519}" presName="compNode" presStyleCnt="0"/>
      <dgm:spPr/>
    </dgm:pt>
    <dgm:pt modelId="{20EB6D1C-D672-4F3C-B17B-4A676844F8F0}" type="pres">
      <dgm:prSet presAssocID="{5A86A344-E330-4B3D-98AD-C63215E2B519}" presName="iconBgRect" presStyleLbl="bgShp" presStyleIdx="6" presStyleCnt="8"/>
      <dgm:spPr/>
    </dgm:pt>
    <dgm:pt modelId="{32DF06CB-75C5-4D1C-AA35-41B92F05EF73}" type="pres">
      <dgm:prSet presAssocID="{5A86A344-E330-4B3D-98AD-C63215E2B519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FA0FC69-89F0-4B05-A586-BE89F6EA36C6}" type="pres">
      <dgm:prSet presAssocID="{5A86A344-E330-4B3D-98AD-C63215E2B519}" presName="spaceRect" presStyleCnt="0"/>
      <dgm:spPr/>
    </dgm:pt>
    <dgm:pt modelId="{DD22A6CA-C804-482D-9994-2520F6458278}" type="pres">
      <dgm:prSet presAssocID="{5A86A344-E330-4B3D-98AD-C63215E2B519}" presName="textRect" presStyleLbl="revTx" presStyleIdx="6" presStyleCnt="8">
        <dgm:presLayoutVars>
          <dgm:chMax val="1"/>
          <dgm:chPref val="1"/>
        </dgm:presLayoutVars>
      </dgm:prSet>
      <dgm:spPr/>
    </dgm:pt>
    <dgm:pt modelId="{467DFDDC-2F2F-4F9F-8D6E-4683486F2C7C}" type="pres">
      <dgm:prSet presAssocID="{CEAD39A5-F78E-46CD-AF82-D0C5B5321EBC}" presName="sibTrans" presStyleCnt="0"/>
      <dgm:spPr/>
    </dgm:pt>
    <dgm:pt modelId="{4089F58D-F66A-436E-A34C-D858F4B85E7C}" type="pres">
      <dgm:prSet presAssocID="{64DBCFAD-896A-4708-85BA-6CA386748E6B}" presName="compNode" presStyleCnt="0"/>
      <dgm:spPr/>
    </dgm:pt>
    <dgm:pt modelId="{DFE290A0-4DFD-492F-8B6F-4A1C913DAB4C}" type="pres">
      <dgm:prSet presAssocID="{64DBCFAD-896A-4708-85BA-6CA386748E6B}" presName="iconBgRect" presStyleLbl="bgShp" presStyleIdx="7" presStyleCnt="8"/>
      <dgm:spPr/>
    </dgm:pt>
    <dgm:pt modelId="{222D09F1-B4DB-4EB0-8715-5E7810216F20}" type="pres">
      <dgm:prSet presAssocID="{64DBCFAD-896A-4708-85BA-6CA386748E6B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A1EA822-4E98-4561-8C56-B80AC5D2BE20}" type="pres">
      <dgm:prSet presAssocID="{64DBCFAD-896A-4708-85BA-6CA386748E6B}" presName="spaceRect" presStyleCnt="0"/>
      <dgm:spPr/>
    </dgm:pt>
    <dgm:pt modelId="{A5DAB0FE-6426-4B46-A606-03856BB81F73}" type="pres">
      <dgm:prSet presAssocID="{64DBCFAD-896A-4708-85BA-6CA386748E6B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775C5F0A-EABB-46BC-BB0D-6B0AE72E842B}" srcId="{84D36EC4-F641-48E8-A8AF-D965148E3F55}" destId="{B2051BFA-8A2C-4625-AC42-EC2F55E988A0}" srcOrd="5" destOrd="0" parTransId="{B2E18F06-0EF2-4DED-9E66-05D0B79BDE97}" sibTransId="{1B5E7B33-92AC-45C5-B421-7611AE024126}"/>
    <dgm:cxn modelId="{4D84C81D-577A-469C-A83E-AD138C2C467A}" type="presOf" srcId="{892A9140-A01C-47A4-AAB9-F454203D3438}" destId="{05D36BB8-B91C-4DA3-9E90-1C3B0D0F893C}" srcOrd="0" destOrd="0" presId="urn:microsoft.com/office/officeart/2018/5/layout/IconCircleLabelList"/>
    <dgm:cxn modelId="{FE31DE26-4D27-4039-9586-845F76005C22}" srcId="{84D36EC4-F641-48E8-A8AF-D965148E3F55}" destId="{97FE34A1-BB3F-4663-88CB-48D00A450723}" srcOrd="4" destOrd="0" parTransId="{69FB9FFE-405E-4E44-8C0F-C76BE296F3BB}" sibTransId="{4744DE91-1B79-4500-BF3D-086831650E8D}"/>
    <dgm:cxn modelId="{0B21C73B-EF79-485A-A84C-441A49A17A45}" type="presOf" srcId="{5A86A344-E330-4B3D-98AD-C63215E2B519}" destId="{DD22A6CA-C804-482D-9994-2520F6458278}" srcOrd="0" destOrd="0" presId="urn:microsoft.com/office/officeart/2018/5/layout/IconCircleLabelList"/>
    <dgm:cxn modelId="{A7749645-77F7-442C-A32B-4CA3C5B002AD}" srcId="{84D36EC4-F641-48E8-A8AF-D965148E3F55}" destId="{892A9140-A01C-47A4-AAB9-F454203D3438}" srcOrd="2" destOrd="0" parTransId="{1F784828-2207-48C2-B437-E63D2C3A04C1}" sibTransId="{4E8DE78F-48E7-4E40-8C22-956ACC1B2445}"/>
    <dgm:cxn modelId="{7FC4C859-6B66-4B8C-BB15-A3AD827A41F5}" srcId="{84D36EC4-F641-48E8-A8AF-D965148E3F55}" destId="{64DBCFAD-896A-4708-85BA-6CA386748E6B}" srcOrd="7" destOrd="0" parTransId="{C762E174-4C1A-493C-8E26-C6953ABE53F4}" sibTransId="{30912A5A-DB97-4012-AC85-619D6C19F5B9}"/>
    <dgm:cxn modelId="{1ACF5A62-B300-4CC1-B234-B9BE9DBB7EB5}" type="presOf" srcId="{DC2D1FD4-F5E0-4A4F-9F00-D03883CA5101}" destId="{5FFC9BC0-C880-4C7F-96F9-F2BF8FF8AFFC}" srcOrd="0" destOrd="0" presId="urn:microsoft.com/office/officeart/2018/5/layout/IconCircleLabelList"/>
    <dgm:cxn modelId="{FA88C86B-7CE1-40E4-8CAE-B4D2C7374E83}" type="presOf" srcId="{35DFA415-103E-476E-9A53-B55641378D13}" destId="{2EB5A3FD-8BBD-41A2-A661-643E6D718751}" srcOrd="0" destOrd="0" presId="urn:microsoft.com/office/officeart/2018/5/layout/IconCircleLabelList"/>
    <dgm:cxn modelId="{A09AF787-EC68-481E-AA38-9EEF1E1B2ADE}" type="presOf" srcId="{1388E79C-B227-4BC3-A8C4-B724FBDE0792}" destId="{DF648920-F88B-4885-B2C4-018C9F93488A}" srcOrd="0" destOrd="0" presId="urn:microsoft.com/office/officeart/2018/5/layout/IconCircleLabelList"/>
    <dgm:cxn modelId="{E5B6949B-6B88-4F96-B832-0B82CA7DB957}" type="presOf" srcId="{64DBCFAD-896A-4708-85BA-6CA386748E6B}" destId="{A5DAB0FE-6426-4B46-A606-03856BB81F73}" srcOrd="0" destOrd="0" presId="urn:microsoft.com/office/officeart/2018/5/layout/IconCircleLabelList"/>
    <dgm:cxn modelId="{2A00C8AA-A3C6-4EFF-82CF-0F275E528E3B}" type="presOf" srcId="{B2051BFA-8A2C-4625-AC42-EC2F55E988A0}" destId="{271D331E-CD86-4658-97FB-F777D8D43EFF}" srcOrd="0" destOrd="0" presId="urn:microsoft.com/office/officeart/2018/5/layout/IconCircleLabelList"/>
    <dgm:cxn modelId="{730101AB-B504-4AE8-9BA6-E513761AA7FD}" srcId="{84D36EC4-F641-48E8-A8AF-D965148E3F55}" destId="{DC2D1FD4-F5E0-4A4F-9F00-D03883CA5101}" srcOrd="1" destOrd="0" parTransId="{5DAF2735-CE0D-43D8-8C83-16633C56BEC5}" sibTransId="{7CAD5C5A-9245-477F-AEC4-856B97A1D3F3}"/>
    <dgm:cxn modelId="{485BC5AC-B218-4FEC-97F9-D789CB375CDB}" srcId="{84D36EC4-F641-48E8-A8AF-D965148E3F55}" destId="{5A86A344-E330-4B3D-98AD-C63215E2B519}" srcOrd="6" destOrd="0" parTransId="{6E7F7F52-70B1-4CF7-BB25-2AB7B0D23705}" sibTransId="{CEAD39A5-F78E-46CD-AF82-D0C5B5321EBC}"/>
    <dgm:cxn modelId="{14923EB0-3D6F-4CE6-AAE1-ECB74A254117}" srcId="{84D36EC4-F641-48E8-A8AF-D965148E3F55}" destId="{1388E79C-B227-4BC3-A8C4-B724FBDE0792}" srcOrd="3" destOrd="0" parTransId="{D227393E-7EC0-4841-82D2-77BEC9CA8FB3}" sibTransId="{1776209E-EEDA-4A31-A46C-B275A6657163}"/>
    <dgm:cxn modelId="{32BCBFBE-0822-4B25-94B1-036B1B99DF60}" type="presOf" srcId="{97FE34A1-BB3F-4663-88CB-48D00A450723}" destId="{3230CFF8-166A-474A-B485-9326559B762E}" srcOrd="0" destOrd="0" presId="urn:microsoft.com/office/officeart/2018/5/layout/IconCircleLabelList"/>
    <dgm:cxn modelId="{7EF8F8CC-FD7D-49B9-BFA9-AEA662014200}" srcId="{84D36EC4-F641-48E8-A8AF-D965148E3F55}" destId="{35DFA415-103E-476E-9A53-B55641378D13}" srcOrd="0" destOrd="0" parTransId="{2C68EC1E-5F74-4A93-A1EA-5448D5EDA0FC}" sibTransId="{6EDFCEAA-DC75-4B9E-90D9-5089BB9D401E}"/>
    <dgm:cxn modelId="{736643D8-CD1C-4C88-AA30-17EB13595440}" type="presOf" srcId="{84D36EC4-F641-48E8-A8AF-D965148E3F55}" destId="{11FD9466-55FD-4419-A9EB-0E252B5DC630}" srcOrd="0" destOrd="0" presId="urn:microsoft.com/office/officeart/2018/5/layout/IconCircleLabelList"/>
    <dgm:cxn modelId="{7528AA4A-9E2B-4977-AB4A-686B522087BE}" type="presParOf" srcId="{11FD9466-55FD-4419-A9EB-0E252B5DC630}" destId="{BD7EC2F6-139E-4DED-8C67-6CEC26508365}" srcOrd="0" destOrd="0" presId="urn:microsoft.com/office/officeart/2018/5/layout/IconCircleLabelList"/>
    <dgm:cxn modelId="{29EC6F04-156F-4DEF-BB73-5A6480A1CEC3}" type="presParOf" srcId="{BD7EC2F6-139E-4DED-8C67-6CEC26508365}" destId="{B94BCC7C-C858-4B1E-9736-6A6C2C08ACC3}" srcOrd="0" destOrd="0" presId="urn:microsoft.com/office/officeart/2018/5/layout/IconCircleLabelList"/>
    <dgm:cxn modelId="{9926BAC4-C2B8-41E4-8A28-DA5ECB68960B}" type="presParOf" srcId="{BD7EC2F6-139E-4DED-8C67-6CEC26508365}" destId="{532A42F8-ABF9-4BAA-BFA7-89ED72AE55A8}" srcOrd="1" destOrd="0" presId="urn:microsoft.com/office/officeart/2018/5/layout/IconCircleLabelList"/>
    <dgm:cxn modelId="{89093D8F-CEFD-4ED7-B8AE-78B251AB77D5}" type="presParOf" srcId="{BD7EC2F6-139E-4DED-8C67-6CEC26508365}" destId="{A2E23A0E-2FBA-4844-A5A7-7C4C9B669126}" srcOrd="2" destOrd="0" presId="urn:microsoft.com/office/officeart/2018/5/layout/IconCircleLabelList"/>
    <dgm:cxn modelId="{7FEDBAEC-E915-4939-83C8-F843056D9AEC}" type="presParOf" srcId="{BD7EC2F6-139E-4DED-8C67-6CEC26508365}" destId="{2EB5A3FD-8BBD-41A2-A661-643E6D718751}" srcOrd="3" destOrd="0" presId="urn:microsoft.com/office/officeart/2018/5/layout/IconCircleLabelList"/>
    <dgm:cxn modelId="{E6A39CA0-0D4B-42C3-A3B6-DF0C83C60299}" type="presParOf" srcId="{11FD9466-55FD-4419-A9EB-0E252B5DC630}" destId="{60E19B54-4EE4-4B9A-A9F3-E0901AB89865}" srcOrd="1" destOrd="0" presId="urn:microsoft.com/office/officeart/2018/5/layout/IconCircleLabelList"/>
    <dgm:cxn modelId="{AF15EB72-25D8-4F2B-846E-05F86A009D9D}" type="presParOf" srcId="{11FD9466-55FD-4419-A9EB-0E252B5DC630}" destId="{C9D8E641-2FCD-46E0-B0F8-05ADEFB925D1}" srcOrd="2" destOrd="0" presId="urn:microsoft.com/office/officeart/2018/5/layout/IconCircleLabelList"/>
    <dgm:cxn modelId="{F2E08154-7869-4A78-89EC-34C235B7F388}" type="presParOf" srcId="{C9D8E641-2FCD-46E0-B0F8-05ADEFB925D1}" destId="{F90CDA5B-FC4D-4B17-A3B5-CC9C718C745E}" srcOrd="0" destOrd="0" presId="urn:microsoft.com/office/officeart/2018/5/layout/IconCircleLabelList"/>
    <dgm:cxn modelId="{4AC0B20D-D1ED-4807-878E-78BCD89DDBF9}" type="presParOf" srcId="{C9D8E641-2FCD-46E0-B0F8-05ADEFB925D1}" destId="{39DA0446-BFC4-4DE9-ABE1-E9B121299BF2}" srcOrd="1" destOrd="0" presId="urn:microsoft.com/office/officeart/2018/5/layout/IconCircleLabelList"/>
    <dgm:cxn modelId="{5B65F126-C193-43C3-8983-BFFEB0AA6F0D}" type="presParOf" srcId="{C9D8E641-2FCD-46E0-B0F8-05ADEFB925D1}" destId="{0067A94D-6FB2-4958-ADBF-29EBA85D9A94}" srcOrd="2" destOrd="0" presId="urn:microsoft.com/office/officeart/2018/5/layout/IconCircleLabelList"/>
    <dgm:cxn modelId="{E763CCDF-D965-498A-BE00-DAC7EFEF32F4}" type="presParOf" srcId="{C9D8E641-2FCD-46E0-B0F8-05ADEFB925D1}" destId="{5FFC9BC0-C880-4C7F-96F9-F2BF8FF8AFFC}" srcOrd="3" destOrd="0" presId="urn:microsoft.com/office/officeart/2018/5/layout/IconCircleLabelList"/>
    <dgm:cxn modelId="{97C63ACA-0BDE-4462-A04F-936E40EB1DD8}" type="presParOf" srcId="{11FD9466-55FD-4419-A9EB-0E252B5DC630}" destId="{0799E761-0DDD-4AC3-AF7B-118AF38E466F}" srcOrd="3" destOrd="0" presId="urn:microsoft.com/office/officeart/2018/5/layout/IconCircleLabelList"/>
    <dgm:cxn modelId="{1E0BD3D1-B833-4546-AAF1-4ED81C3858B3}" type="presParOf" srcId="{11FD9466-55FD-4419-A9EB-0E252B5DC630}" destId="{F0B661B6-2719-4478-9D53-C5B35B0F58B5}" srcOrd="4" destOrd="0" presId="urn:microsoft.com/office/officeart/2018/5/layout/IconCircleLabelList"/>
    <dgm:cxn modelId="{74E7F0F8-4ED9-4ED7-A5B9-BC5E44F6F4E8}" type="presParOf" srcId="{F0B661B6-2719-4478-9D53-C5B35B0F58B5}" destId="{4DE2ABA3-78A6-431C-8A5B-1D8A4EFE1C7E}" srcOrd="0" destOrd="0" presId="urn:microsoft.com/office/officeart/2018/5/layout/IconCircleLabelList"/>
    <dgm:cxn modelId="{4145E4D0-50F6-409C-8678-2F8A752004A2}" type="presParOf" srcId="{F0B661B6-2719-4478-9D53-C5B35B0F58B5}" destId="{4F7968B4-D067-4C31-8EC3-F9919F63EDF1}" srcOrd="1" destOrd="0" presId="urn:microsoft.com/office/officeart/2018/5/layout/IconCircleLabelList"/>
    <dgm:cxn modelId="{487E482E-DF2F-457D-934F-CA89F6B6F5C7}" type="presParOf" srcId="{F0B661B6-2719-4478-9D53-C5B35B0F58B5}" destId="{AA8BE326-AECD-4A16-B8F1-7E14F77B8305}" srcOrd="2" destOrd="0" presId="urn:microsoft.com/office/officeart/2018/5/layout/IconCircleLabelList"/>
    <dgm:cxn modelId="{189D5611-74BB-4EE5-BE35-E4CD2DA80E15}" type="presParOf" srcId="{F0B661B6-2719-4478-9D53-C5B35B0F58B5}" destId="{05D36BB8-B91C-4DA3-9E90-1C3B0D0F893C}" srcOrd="3" destOrd="0" presId="urn:microsoft.com/office/officeart/2018/5/layout/IconCircleLabelList"/>
    <dgm:cxn modelId="{9EB41099-283C-4B80-98D7-3B1129EDF779}" type="presParOf" srcId="{11FD9466-55FD-4419-A9EB-0E252B5DC630}" destId="{56754EC7-A866-49E6-8FA0-8C342ECB4743}" srcOrd="5" destOrd="0" presId="urn:microsoft.com/office/officeart/2018/5/layout/IconCircleLabelList"/>
    <dgm:cxn modelId="{0583B5FA-7070-4B66-8014-92DBA24BBF43}" type="presParOf" srcId="{11FD9466-55FD-4419-A9EB-0E252B5DC630}" destId="{83E148DD-E59C-41DD-B80C-BD041D9E5F98}" srcOrd="6" destOrd="0" presId="urn:microsoft.com/office/officeart/2018/5/layout/IconCircleLabelList"/>
    <dgm:cxn modelId="{751217F9-0AD6-4405-ABC8-749E25965F25}" type="presParOf" srcId="{83E148DD-E59C-41DD-B80C-BD041D9E5F98}" destId="{D5568756-730F-4C02-9615-34130EF0BE9D}" srcOrd="0" destOrd="0" presId="urn:microsoft.com/office/officeart/2018/5/layout/IconCircleLabelList"/>
    <dgm:cxn modelId="{8CFBA4A0-3FFA-490C-8B3E-282E5F384296}" type="presParOf" srcId="{83E148DD-E59C-41DD-B80C-BD041D9E5F98}" destId="{F6BF26F3-07A1-4DB2-B163-C08126AB1D5F}" srcOrd="1" destOrd="0" presId="urn:microsoft.com/office/officeart/2018/5/layout/IconCircleLabelList"/>
    <dgm:cxn modelId="{6A0A247F-17C0-414C-B5A3-84D57F905F19}" type="presParOf" srcId="{83E148DD-E59C-41DD-B80C-BD041D9E5F98}" destId="{4B6E0475-431D-4384-B585-4635909EE8B8}" srcOrd="2" destOrd="0" presId="urn:microsoft.com/office/officeart/2018/5/layout/IconCircleLabelList"/>
    <dgm:cxn modelId="{187D7BFB-BDCE-4335-8FA0-C0BFC71E6650}" type="presParOf" srcId="{83E148DD-E59C-41DD-B80C-BD041D9E5F98}" destId="{DF648920-F88B-4885-B2C4-018C9F93488A}" srcOrd="3" destOrd="0" presId="urn:microsoft.com/office/officeart/2018/5/layout/IconCircleLabelList"/>
    <dgm:cxn modelId="{0A648FC5-DEF7-428C-B5ED-E31465F8AB2E}" type="presParOf" srcId="{11FD9466-55FD-4419-A9EB-0E252B5DC630}" destId="{761C7BBC-1437-4366-82B3-06E1342C15F6}" srcOrd="7" destOrd="0" presId="urn:microsoft.com/office/officeart/2018/5/layout/IconCircleLabelList"/>
    <dgm:cxn modelId="{DE52B9E8-E63D-4BF0-839E-6031C7D25A84}" type="presParOf" srcId="{11FD9466-55FD-4419-A9EB-0E252B5DC630}" destId="{C88AC740-41C5-42D8-9833-610A4F639B74}" srcOrd="8" destOrd="0" presId="urn:microsoft.com/office/officeart/2018/5/layout/IconCircleLabelList"/>
    <dgm:cxn modelId="{8048B34B-91EF-45DF-927E-7592342DAF81}" type="presParOf" srcId="{C88AC740-41C5-42D8-9833-610A4F639B74}" destId="{C37CD530-683A-4002-BA97-8D38C415D479}" srcOrd="0" destOrd="0" presId="urn:microsoft.com/office/officeart/2018/5/layout/IconCircleLabelList"/>
    <dgm:cxn modelId="{F88ED98B-28FB-4E47-9F61-65DFB96CAF20}" type="presParOf" srcId="{C88AC740-41C5-42D8-9833-610A4F639B74}" destId="{DFD05377-9091-4590-8BDD-E49FCAAE5848}" srcOrd="1" destOrd="0" presId="urn:microsoft.com/office/officeart/2018/5/layout/IconCircleLabelList"/>
    <dgm:cxn modelId="{E41197B2-A81B-4230-B621-98BED37453EE}" type="presParOf" srcId="{C88AC740-41C5-42D8-9833-610A4F639B74}" destId="{8F9B289E-17C7-4166-A8EF-3AA757B8B94E}" srcOrd="2" destOrd="0" presId="urn:microsoft.com/office/officeart/2018/5/layout/IconCircleLabelList"/>
    <dgm:cxn modelId="{883AA2F7-BAC9-4F3C-9959-08086BC5AFB3}" type="presParOf" srcId="{C88AC740-41C5-42D8-9833-610A4F639B74}" destId="{3230CFF8-166A-474A-B485-9326559B762E}" srcOrd="3" destOrd="0" presId="urn:microsoft.com/office/officeart/2018/5/layout/IconCircleLabelList"/>
    <dgm:cxn modelId="{916C2F14-139C-4121-A3FA-BB2159364BA3}" type="presParOf" srcId="{11FD9466-55FD-4419-A9EB-0E252B5DC630}" destId="{E541CB6E-D0BF-4EBB-B0AF-37B16F8701DC}" srcOrd="9" destOrd="0" presId="urn:microsoft.com/office/officeart/2018/5/layout/IconCircleLabelList"/>
    <dgm:cxn modelId="{70815A84-F9FE-4A34-A7B4-BA58755BCE70}" type="presParOf" srcId="{11FD9466-55FD-4419-A9EB-0E252B5DC630}" destId="{6AD8A544-6630-4CC4-8139-79E2FD9E0040}" srcOrd="10" destOrd="0" presId="urn:microsoft.com/office/officeart/2018/5/layout/IconCircleLabelList"/>
    <dgm:cxn modelId="{AFDBE17A-48E1-4B40-B923-CA2A8CB58446}" type="presParOf" srcId="{6AD8A544-6630-4CC4-8139-79E2FD9E0040}" destId="{595121B4-2D62-457B-B3FE-C6C69C4B543E}" srcOrd="0" destOrd="0" presId="urn:microsoft.com/office/officeart/2018/5/layout/IconCircleLabelList"/>
    <dgm:cxn modelId="{AB37F16B-29A8-4695-A064-2A66FE001DD5}" type="presParOf" srcId="{6AD8A544-6630-4CC4-8139-79E2FD9E0040}" destId="{033516CA-8D70-4A91-BEF4-45306DA86604}" srcOrd="1" destOrd="0" presId="urn:microsoft.com/office/officeart/2018/5/layout/IconCircleLabelList"/>
    <dgm:cxn modelId="{2C41EAE3-7ABF-436C-9936-695E7215608B}" type="presParOf" srcId="{6AD8A544-6630-4CC4-8139-79E2FD9E0040}" destId="{7A38B267-3326-437C-A083-E1EBDAC45D56}" srcOrd="2" destOrd="0" presId="urn:microsoft.com/office/officeart/2018/5/layout/IconCircleLabelList"/>
    <dgm:cxn modelId="{521998D7-7155-4EB1-8D3F-33BE284C6C56}" type="presParOf" srcId="{6AD8A544-6630-4CC4-8139-79E2FD9E0040}" destId="{271D331E-CD86-4658-97FB-F777D8D43EFF}" srcOrd="3" destOrd="0" presId="urn:microsoft.com/office/officeart/2018/5/layout/IconCircleLabelList"/>
    <dgm:cxn modelId="{2A5E4871-0C55-4A59-B0FA-304C74494EA7}" type="presParOf" srcId="{11FD9466-55FD-4419-A9EB-0E252B5DC630}" destId="{02D18396-4AEF-44CC-BFA7-C192FD92E3F2}" srcOrd="11" destOrd="0" presId="urn:microsoft.com/office/officeart/2018/5/layout/IconCircleLabelList"/>
    <dgm:cxn modelId="{4D12EE63-7F2C-49E0-9AD3-D1899DC958DA}" type="presParOf" srcId="{11FD9466-55FD-4419-A9EB-0E252B5DC630}" destId="{BC6888B0-FCC0-4ECB-AFE2-B388B701AD55}" srcOrd="12" destOrd="0" presId="urn:microsoft.com/office/officeart/2018/5/layout/IconCircleLabelList"/>
    <dgm:cxn modelId="{A9EA894A-D294-45EA-8E7E-DD83C93BB4A8}" type="presParOf" srcId="{BC6888B0-FCC0-4ECB-AFE2-B388B701AD55}" destId="{20EB6D1C-D672-4F3C-B17B-4A676844F8F0}" srcOrd="0" destOrd="0" presId="urn:microsoft.com/office/officeart/2018/5/layout/IconCircleLabelList"/>
    <dgm:cxn modelId="{8E1470E8-F4B6-4B53-894D-11CFFA353452}" type="presParOf" srcId="{BC6888B0-FCC0-4ECB-AFE2-B388B701AD55}" destId="{32DF06CB-75C5-4D1C-AA35-41B92F05EF73}" srcOrd="1" destOrd="0" presId="urn:microsoft.com/office/officeart/2018/5/layout/IconCircleLabelList"/>
    <dgm:cxn modelId="{10CF63B1-3106-4091-9E02-492FED219919}" type="presParOf" srcId="{BC6888B0-FCC0-4ECB-AFE2-B388B701AD55}" destId="{0FA0FC69-89F0-4B05-A586-BE89F6EA36C6}" srcOrd="2" destOrd="0" presId="urn:microsoft.com/office/officeart/2018/5/layout/IconCircleLabelList"/>
    <dgm:cxn modelId="{EE4DCF0E-1D86-4F31-AC6F-DC1AD979F30F}" type="presParOf" srcId="{BC6888B0-FCC0-4ECB-AFE2-B388B701AD55}" destId="{DD22A6CA-C804-482D-9994-2520F6458278}" srcOrd="3" destOrd="0" presId="urn:microsoft.com/office/officeart/2018/5/layout/IconCircleLabelList"/>
    <dgm:cxn modelId="{4840C7AB-EB0C-4A9F-BBD8-E5DAF4877A15}" type="presParOf" srcId="{11FD9466-55FD-4419-A9EB-0E252B5DC630}" destId="{467DFDDC-2F2F-4F9F-8D6E-4683486F2C7C}" srcOrd="13" destOrd="0" presId="urn:microsoft.com/office/officeart/2018/5/layout/IconCircleLabelList"/>
    <dgm:cxn modelId="{442F09FF-6C20-4CD8-B230-12218E6F8EFA}" type="presParOf" srcId="{11FD9466-55FD-4419-A9EB-0E252B5DC630}" destId="{4089F58D-F66A-436E-A34C-D858F4B85E7C}" srcOrd="14" destOrd="0" presId="urn:microsoft.com/office/officeart/2018/5/layout/IconCircleLabelList"/>
    <dgm:cxn modelId="{B70C9191-B925-4222-93FB-CA509DF90412}" type="presParOf" srcId="{4089F58D-F66A-436E-A34C-D858F4B85E7C}" destId="{DFE290A0-4DFD-492F-8B6F-4A1C913DAB4C}" srcOrd="0" destOrd="0" presId="urn:microsoft.com/office/officeart/2018/5/layout/IconCircleLabelList"/>
    <dgm:cxn modelId="{8B656C0F-02B9-4015-8B37-ACBD8CE4AD21}" type="presParOf" srcId="{4089F58D-F66A-436E-A34C-D858F4B85E7C}" destId="{222D09F1-B4DB-4EB0-8715-5E7810216F20}" srcOrd="1" destOrd="0" presId="urn:microsoft.com/office/officeart/2018/5/layout/IconCircleLabelList"/>
    <dgm:cxn modelId="{56CD29B2-6763-4B26-BF25-7BABB38BF049}" type="presParOf" srcId="{4089F58D-F66A-436E-A34C-D858F4B85E7C}" destId="{BA1EA822-4E98-4561-8C56-B80AC5D2BE20}" srcOrd="2" destOrd="0" presId="urn:microsoft.com/office/officeart/2018/5/layout/IconCircleLabelList"/>
    <dgm:cxn modelId="{D4500138-A9B8-4ED0-A48D-1FD8AB0D1C93}" type="presParOf" srcId="{4089F58D-F66A-436E-A34C-D858F4B85E7C}" destId="{A5DAB0FE-6426-4B46-A606-03856BB81F7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5105A4-7581-EE43-A823-9D77949405BD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BEF53-DCA6-3547-8B3F-D69B432817B2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This is a proof-of-concept e-commerce conversational assistant demonstrating:</a:t>
          </a:r>
        </a:p>
      </dsp:txBody>
      <dsp:txXfrm>
        <a:off x="0" y="531"/>
        <a:ext cx="10515600" cy="870055"/>
      </dsp:txXfrm>
    </dsp:sp>
    <dsp:sp modelId="{9A50EBC0-5A19-2246-9B7D-F40AEF09C4D2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B1DFA-72F9-D843-9399-F3D42D79EA26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Vector DB retrieval (Chroma + OpenAI embeddings)</a:t>
          </a:r>
        </a:p>
      </dsp:txBody>
      <dsp:txXfrm>
        <a:off x="0" y="870586"/>
        <a:ext cx="10515600" cy="870055"/>
      </dsp:txXfrm>
    </dsp:sp>
    <dsp:sp modelId="{21E4575E-192C-3940-B94B-0D5E6795F1E0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9E42F-0BA3-4840-AB91-A48516718ED0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LangChain</a:t>
          </a:r>
          <a:r>
            <a:rPr lang="en-US" sz="2400" kern="1200" dirty="0"/>
            <a:t> chains and tool-based function</a:t>
          </a:r>
        </a:p>
      </dsp:txBody>
      <dsp:txXfrm>
        <a:off x="0" y="1740641"/>
        <a:ext cx="10515600" cy="870055"/>
      </dsp:txXfrm>
    </dsp:sp>
    <dsp:sp modelId="{3ABECC49-A4A1-E943-8526-5F54A42AC0EE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5086E-8E61-C743-ABF7-241CBBD5E0D8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AutoGen</a:t>
          </a:r>
          <a:r>
            <a:rPr lang="en-US" sz="2400" kern="1200" dirty="0"/>
            <a:t> like multi-agent orchestration mode</a:t>
          </a:r>
        </a:p>
      </dsp:txBody>
      <dsp:txXfrm>
        <a:off x="0" y="2610696"/>
        <a:ext cx="10515600" cy="870055"/>
      </dsp:txXfrm>
    </dsp:sp>
    <dsp:sp modelId="{621AE1EB-B922-584C-BF57-37E7A3F50C46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28E0F-ABA1-624B-A49B-F05753E3E8A5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Streamlit chat UI showing agent role conversations</a:t>
          </a:r>
        </a:p>
      </dsp:txBody>
      <dsp:txXfrm>
        <a:off x="0" y="3480751"/>
        <a:ext cx="10515600" cy="870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7AA456-CF9A-42B4-8A02-AD6649B9F6C3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F5CDB-B11D-416F-8BA9-A8E33ADB40CE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FFD05D-864F-46DA-BBC8-8CE30F29A829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An Embedding is a Vector generated by a LLM with Semantic meaning</a:t>
          </a:r>
        </a:p>
      </dsp:txBody>
      <dsp:txXfrm>
        <a:off x="1435590" y="531"/>
        <a:ext cx="9080009" cy="1242935"/>
      </dsp:txXfrm>
    </dsp:sp>
    <dsp:sp modelId="{C35F60AE-F16A-4505-A19E-A8AF71EB34F0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F1E3E-98E8-4FE5-9745-F86E8761B3A3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F6630A-70FA-46D7-97B9-5F7A75F7770D}">
      <dsp:nvSpPr>
        <dsp:cNvPr id="0" name=""/>
        <dsp:cNvSpPr/>
      </dsp:nvSpPr>
      <dsp:spPr>
        <a:xfrm>
          <a:off x="1435590" y="155420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Nearest Neighbor Search</a:t>
          </a:r>
        </a:p>
      </dsp:txBody>
      <dsp:txXfrm>
        <a:off x="1435590" y="1554201"/>
        <a:ext cx="4732020" cy="1242935"/>
      </dsp:txXfrm>
    </dsp:sp>
    <dsp:sp modelId="{B3FF2530-D58E-41EE-9E11-55581C764F4C}">
      <dsp:nvSpPr>
        <dsp:cNvPr id="0" name=""/>
        <dsp:cNvSpPr/>
      </dsp:nvSpPr>
      <dsp:spPr>
        <a:xfrm>
          <a:off x="6167610" y="155420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Cosine similarities across a collection of vectors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Calculates how close one vector is to others in multidimensional space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Ranks relatedness of vectors and semantic meaning</a:t>
          </a:r>
        </a:p>
      </dsp:txBody>
      <dsp:txXfrm>
        <a:off x="6167610" y="1554201"/>
        <a:ext cx="4347989" cy="1242935"/>
      </dsp:txXfrm>
    </dsp:sp>
    <dsp:sp modelId="{E02C3E5C-E3D8-4340-98DF-FD87F379345D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C51CD-E379-4F3D-818E-A57FC17198A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88D66-9BB7-4C39-ABFE-7D447538D243}">
      <dsp:nvSpPr>
        <dsp:cNvPr id="0" name=""/>
        <dsp:cNvSpPr/>
      </dsp:nvSpPr>
      <dsp:spPr>
        <a:xfrm>
          <a:off x="1435590" y="3107870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Embedding models</a:t>
          </a:r>
        </a:p>
      </dsp:txBody>
      <dsp:txXfrm>
        <a:off x="1435590" y="3107870"/>
        <a:ext cx="4732020" cy="1242935"/>
      </dsp:txXfrm>
    </dsp:sp>
    <dsp:sp modelId="{B229AA38-129A-44BB-98FC-4E5A48A95BF7}">
      <dsp:nvSpPr>
        <dsp:cNvPr id="0" name=""/>
        <dsp:cNvSpPr/>
      </dsp:nvSpPr>
      <dsp:spPr>
        <a:xfrm>
          <a:off x="6167610" y="3107870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OpenAI text-embedding-3-small, text-embedding-3-large, Hugging Face</a:t>
          </a:r>
        </a:p>
      </dsp:txBody>
      <dsp:txXfrm>
        <a:off x="6167610" y="3107870"/>
        <a:ext cx="434798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4BCC7C-C858-4B1E-9736-6A6C2C08ACC3}">
      <dsp:nvSpPr>
        <dsp:cNvPr id="0" name=""/>
        <dsp:cNvSpPr/>
      </dsp:nvSpPr>
      <dsp:spPr>
        <a:xfrm>
          <a:off x="271143" y="923048"/>
          <a:ext cx="848162" cy="8481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2A42F8-ABF9-4BAA-BFA7-89ED72AE55A8}">
      <dsp:nvSpPr>
        <dsp:cNvPr id="0" name=""/>
        <dsp:cNvSpPr/>
      </dsp:nvSpPr>
      <dsp:spPr>
        <a:xfrm>
          <a:off x="451899" y="1103804"/>
          <a:ext cx="486650" cy="48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5A3FD-8BBD-41A2-A661-643E6D718751}">
      <dsp:nvSpPr>
        <dsp:cNvPr id="0" name=""/>
        <dsp:cNvSpPr/>
      </dsp:nvSpPr>
      <dsp:spPr>
        <a:xfrm>
          <a:off x="9" y="2035391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kern="1200"/>
            <a:t>Framework for building applications with Large Language Models (LLMs)</a:t>
          </a:r>
          <a:endParaRPr lang="en-US" sz="1100" kern="1200"/>
        </a:p>
      </dsp:txBody>
      <dsp:txXfrm>
        <a:off x="9" y="2035391"/>
        <a:ext cx="1390429" cy="556171"/>
      </dsp:txXfrm>
    </dsp:sp>
    <dsp:sp modelId="{F90CDA5B-FC4D-4B17-A3B5-CC9C718C745E}">
      <dsp:nvSpPr>
        <dsp:cNvPr id="0" name=""/>
        <dsp:cNvSpPr/>
      </dsp:nvSpPr>
      <dsp:spPr>
        <a:xfrm>
          <a:off x="1904898" y="923048"/>
          <a:ext cx="848162" cy="8481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A0446-BFC4-4DE9-ABE1-E9B121299BF2}">
      <dsp:nvSpPr>
        <dsp:cNvPr id="0" name=""/>
        <dsp:cNvSpPr/>
      </dsp:nvSpPr>
      <dsp:spPr>
        <a:xfrm>
          <a:off x="2085654" y="1103804"/>
          <a:ext cx="486650" cy="48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C9BC0-C880-4C7F-96F9-F2BF8FF8AFFC}">
      <dsp:nvSpPr>
        <dsp:cNvPr id="0" name=""/>
        <dsp:cNvSpPr/>
      </dsp:nvSpPr>
      <dsp:spPr>
        <a:xfrm>
          <a:off x="1633764" y="2035391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kern="1200"/>
            <a:t>Simplifies connecting LLMs to </a:t>
          </a:r>
          <a:r>
            <a:rPr lang="en-CA" sz="1100" b="1" kern="1200"/>
            <a:t>external data, APIs, and workflows</a:t>
          </a:r>
          <a:endParaRPr lang="en-US" sz="1100" kern="1200"/>
        </a:p>
      </dsp:txBody>
      <dsp:txXfrm>
        <a:off x="1633764" y="2035391"/>
        <a:ext cx="1390429" cy="556171"/>
      </dsp:txXfrm>
    </dsp:sp>
    <dsp:sp modelId="{4DE2ABA3-78A6-431C-8A5B-1D8A4EFE1C7E}">
      <dsp:nvSpPr>
        <dsp:cNvPr id="0" name=""/>
        <dsp:cNvSpPr/>
      </dsp:nvSpPr>
      <dsp:spPr>
        <a:xfrm>
          <a:off x="3538653" y="923048"/>
          <a:ext cx="848162" cy="8481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7968B4-D067-4C31-8EC3-F9919F63EDF1}">
      <dsp:nvSpPr>
        <dsp:cNvPr id="0" name=""/>
        <dsp:cNvSpPr/>
      </dsp:nvSpPr>
      <dsp:spPr>
        <a:xfrm>
          <a:off x="3719409" y="1103804"/>
          <a:ext cx="486650" cy="48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36BB8-B91C-4DA3-9E90-1C3B0D0F893C}">
      <dsp:nvSpPr>
        <dsp:cNvPr id="0" name=""/>
        <dsp:cNvSpPr/>
      </dsp:nvSpPr>
      <dsp:spPr>
        <a:xfrm>
          <a:off x="3267519" y="2035391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b="1" kern="1200"/>
            <a:t>Chains</a:t>
          </a:r>
          <a:r>
            <a:rPr lang="en-CA" sz="1100" kern="1200"/>
            <a:t> → Sequential steps combining LLM calls and logic</a:t>
          </a:r>
          <a:endParaRPr lang="en-US" sz="1100" kern="1200"/>
        </a:p>
      </dsp:txBody>
      <dsp:txXfrm>
        <a:off x="3267519" y="2035391"/>
        <a:ext cx="1390429" cy="556171"/>
      </dsp:txXfrm>
    </dsp:sp>
    <dsp:sp modelId="{D5568756-730F-4C02-9615-34130EF0BE9D}">
      <dsp:nvSpPr>
        <dsp:cNvPr id="0" name=""/>
        <dsp:cNvSpPr/>
      </dsp:nvSpPr>
      <dsp:spPr>
        <a:xfrm>
          <a:off x="5172408" y="923048"/>
          <a:ext cx="848162" cy="8481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BF26F3-07A1-4DB2-B163-C08126AB1D5F}">
      <dsp:nvSpPr>
        <dsp:cNvPr id="0" name=""/>
        <dsp:cNvSpPr/>
      </dsp:nvSpPr>
      <dsp:spPr>
        <a:xfrm>
          <a:off x="5353164" y="1103804"/>
          <a:ext cx="486650" cy="48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48920-F88B-4885-B2C4-018C9F93488A}">
      <dsp:nvSpPr>
        <dsp:cNvPr id="0" name=""/>
        <dsp:cNvSpPr/>
      </dsp:nvSpPr>
      <dsp:spPr>
        <a:xfrm>
          <a:off x="4901274" y="2035391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b="1" kern="1200"/>
            <a:t>Agents</a:t>
          </a:r>
          <a:r>
            <a:rPr lang="en-CA" sz="1100" kern="1200"/>
            <a:t> → LLMs that can interact with tools and APIs dynamically</a:t>
          </a:r>
          <a:endParaRPr lang="en-US" sz="1100" kern="1200"/>
        </a:p>
      </dsp:txBody>
      <dsp:txXfrm>
        <a:off x="4901274" y="2035391"/>
        <a:ext cx="1390429" cy="556171"/>
      </dsp:txXfrm>
    </dsp:sp>
    <dsp:sp modelId="{C37CD530-683A-4002-BA97-8D38C415D479}">
      <dsp:nvSpPr>
        <dsp:cNvPr id="0" name=""/>
        <dsp:cNvSpPr/>
      </dsp:nvSpPr>
      <dsp:spPr>
        <a:xfrm>
          <a:off x="271143" y="2939171"/>
          <a:ext cx="848162" cy="8481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05377-9091-4590-8BDD-E49FCAAE5848}">
      <dsp:nvSpPr>
        <dsp:cNvPr id="0" name=""/>
        <dsp:cNvSpPr/>
      </dsp:nvSpPr>
      <dsp:spPr>
        <a:xfrm>
          <a:off x="451899" y="3119927"/>
          <a:ext cx="486650" cy="48665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30CFF8-166A-474A-B485-9326559B762E}">
      <dsp:nvSpPr>
        <dsp:cNvPr id="0" name=""/>
        <dsp:cNvSpPr/>
      </dsp:nvSpPr>
      <dsp:spPr>
        <a:xfrm>
          <a:off x="9" y="4051514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b="1" kern="1200"/>
            <a:t>Memory</a:t>
          </a:r>
          <a:r>
            <a:rPr lang="en-CA" sz="1100" kern="1200"/>
            <a:t> → Stores context for multi-turn interactions</a:t>
          </a:r>
          <a:endParaRPr lang="en-US" sz="1100" kern="1200"/>
        </a:p>
      </dsp:txBody>
      <dsp:txXfrm>
        <a:off x="9" y="4051514"/>
        <a:ext cx="1390429" cy="556171"/>
      </dsp:txXfrm>
    </dsp:sp>
    <dsp:sp modelId="{595121B4-2D62-457B-B3FE-C6C69C4B543E}">
      <dsp:nvSpPr>
        <dsp:cNvPr id="0" name=""/>
        <dsp:cNvSpPr/>
      </dsp:nvSpPr>
      <dsp:spPr>
        <a:xfrm>
          <a:off x="1904898" y="2939171"/>
          <a:ext cx="848162" cy="8481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3516CA-8D70-4A91-BEF4-45306DA86604}">
      <dsp:nvSpPr>
        <dsp:cNvPr id="0" name=""/>
        <dsp:cNvSpPr/>
      </dsp:nvSpPr>
      <dsp:spPr>
        <a:xfrm>
          <a:off x="2085654" y="3119927"/>
          <a:ext cx="486650" cy="48665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D331E-CD86-4658-97FB-F777D8D43EFF}">
      <dsp:nvSpPr>
        <dsp:cNvPr id="0" name=""/>
        <dsp:cNvSpPr/>
      </dsp:nvSpPr>
      <dsp:spPr>
        <a:xfrm>
          <a:off x="1633764" y="4051514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kern="1200"/>
            <a:t>LLM orchestration for complex tasks</a:t>
          </a:r>
          <a:endParaRPr lang="en-US" sz="1100" kern="1200"/>
        </a:p>
      </dsp:txBody>
      <dsp:txXfrm>
        <a:off x="1633764" y="4051514"/>
        <a:ext cx="1390429" cy="556171"/>
      </dsp:txXfrm>
    </dsp:sp>
    <dsp:sp modelId="{20EB6D1C-D672-4F3C-B17B-4A676844F8F0}">
      <dsp:nvSpPr>
        <dsp:cNvPr id="0" name=""/>
        <dsp:cNvSpPr/>
      </dsp:nvSpPr>
      <dsp:spPr>
        <a:xfrm>
          <a:off x="3538653" y="2939171"/>
          <a:ext cx="848162" cy="8481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F06CB-75C5-4D1C-AA35-41B92F05EF73}">
      <dsp:nvSpPr>
        <dsp:cNvPr id="0" name=""/>
        <dsp:cNvSpPr/>
      </dsp:nvSpPr>
      <dsp:spPr>
        <a:xfrm>
          <a:off x="3719409" y="3119927"/>
          <a:ext cx="486650" cy="48665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2A6CA-C804-482D-9994-2520F6458278}">
      <dsp:nvSpPr>
        <dsp:cNvPr id="0" name=""/>
        <dsp:cNvSpPr/>
      </dsp:nvSpPr>
      <dsp:spPr>
        <a:xfrm>
          <a:off x="3267519" y="4051514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kern="1200"/>
            <a:t>Integration with </a:t>
          </a:r>
          <a:r>
            <a:rPr lang="en-CA" sz="1100" b="1" kern="1200"/>
            <a:t>databases, APIs, and documents</a:t>
          </a:r>
          <a:endParaRPr lang="en-US" sz="1100" kern="1200"/>
        </a:p>
      </dsp:txBody>
      <dsp:txXfrm>
        <a:off x="3267519" y="4051514"/>
        <a:ext cx="1390429" cy="556171"/>
      </dsp:txXfrm>
    </dsp:sp>
    <dsp:sp modelId="{DFE290A0-4DFD-492F-8B6F-4A1C913DAB4C}">
      <dsp:nvSpPr>
        <dsp:cNvPr id="0" name=""/>
        <dsp:cNvSpPr/>
      </dsp:nvSpPr>
      <dsp:spPr>
        <a:xfrm>
          <a:off x="5172408" y="2939171"/>
          <a:ext cx="848162" cy="8481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D09F1-B4DB-4EB0-8715-5E7810216F20}">
      <dsp:nvSpPr>
        <dsp:cNvPr id="0" name=""/>
        <dsp:cNvSpPr/>
      </dsp:nvSpPr>
      <dsp:spPr>
        <a:xfrm>
          <a:off x="5353164" y="3119927"/>
          <a:ext cx="486650" cy="48665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AB0FE-6426-4B46-A606-03856BB81F73}">
      <dsp:nvSpPr>
        <dsp:cNvPr id="0" name=""/>
        <dsp:cNvSpPr/>
      </dsp:nvSpPr>
      <dsp:spPr>
        <a:xfrm>
          <a:off x="4901274" y="4051514"/>
          <a:ext cx="1390429" cy="55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kern="1200"/>
            <a:t>Supports retrieval-augmented generation (RAG)</a:t>
          </a:r>
          <a:endParaRPr lang="en-US" sz="1100" kern="1200"/>
        </a:p>
      </dsp:txBody>
      <dsp:txXfrm>
        <a:off x="4901274" y="4051514"/>
        <a:ext cx="1390429" cy="556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60D64-C337-EF44-9B76-D72B30EDF2F7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B6826-B6DC-C847-BA4A-3F4BF9C1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4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8D862-83E4-F5BE-1946-9DA5ECC90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2B264-86DE-5CE2-C7E6-2CFC0BE33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36213-05A8-2E7E-6DB2-63469D10C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12FFF-838C-DE11-4F31-CA078510D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D25-37C2-4097-BB8C-ED88D60D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42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418C-180A-3E59-C9BD-5BB3C31E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55A94-7BC4-0D1A-2F44-75EB8C031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3B9ED-120C-8E49-1597-66A08CBB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DD8B2-7241-1BCC-74DC-38AB453B1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3F068-E1DE-6E33-1FF6-13F8DFE1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10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4EA7-A1F5-3F74-76CC-FE1A7940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B9B45-7A6F-BAA2-782C-62BB1CA13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BBF9-0116-B34C-0D3B-1FA8AB83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98FDA-0FB7-911C-7FF0-62B74C2C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B6A9B-FB12-8A23-3392-1DC0F6967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9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211BB-9EF9-6B07-A51C-EB090148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C4C3F-ADB4-9CFC-6D1E-7CEC769EB7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D25A5-39E8-8BCD-EA77-2A2D013A1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20AE1-8C0D-61B2-D935-B115EF4F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9D17E-BEAB-79F4-1CB6-CE1CDD25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3B1A7-9C11-7132-5F52-174DE012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50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0610-EA70-210F-EF7B-2B56554ED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FBB4A-F527-1FCF-5435-905CE04AE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591E1-CA75-9B1F-BBD0-418B4D922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742E0-2879-8EA2-5E61-637C463E0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AC8594-611A-8400-321D-A166E6FDF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AAC48-FA48-1520-5CD6-DB3D2BE3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83665-D5C2-3867-AA10-CD7FD512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8A2F51-5B7D-8F6E-6BFC-1B35A3A79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92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E070-167F-FDA4-B458-F922B3AE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C82AB-E082-1A4A-89B7-6CEA7B04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57333-6239-AB41-BB48-DA517913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1F606-8B4B-E4FB-601B-B409EC8A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79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C0E2A-210C-594C-27A1-4AF79230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C2C64-B199-3A4E-056C-FB5E5E335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6AC21-040C-DFCC-2EE9-352E69049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30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109C-7020-4DE3-5ED8-7424A97B8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1777B-0BA9-5B13-FC4A-99E687DC6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AD16C-A222-94BC-8C93-CF6A6CB7F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B4DD4-8FCA-2D51-A22E-EF7252F8B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7AC2D-0A90-BBFB-066D-B2E0A4BC0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D0C46-B7D8-ADEF-3CF0-82C7E620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92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3D0E-B24F-FA47-72F3-CFA8A0492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56678-ED91-E4E5-93E5-EFCE30549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97185-3D63-848F-29AD-66F8B617D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CAA55-0E55-90EA-4776-E2C7F028F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A338B-9D6B-2D50-0F5B-35EE0212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50157-7DC1-B18A-DD67-A5BD417A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7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3CE8-2C48-FC3C-4860-E38FB361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27410-7578-071E-D060-521649458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9E518-C1D4-567D-FB0F-0B3E996D5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A7384-E049-BFB8-C9BE-8E0B5C2EA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DE382-AC21-B607-E839-0461A4DA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09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8B7452-7D26-5744-10AD-1AEEB49BA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91E78-EE16-FFD4-E1A6-6AC43B536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736F4-A0D3-4C7D-F521-E0CE9C73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C115A-3417-F364-198D-48401E0F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D0A02-3229-F9AD-81EE-1C2CE39C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D13A6D-B71C-8BD6-03E6-DCC5553A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346C9-44D8-B017-CA8B-29B9C47EC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B6380-48EC-968E-49F3-12091F96C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2D57C-24E3-68DD-82E0-EFD475B18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0F61B-CB65-FBF5-F332-DCB1456C8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37A10-B0C4-67C4-B054-B460AD63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AI Concierge – RAG App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3BEAE74-C3CD-56B3-A9C3-89A756C62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8633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262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Top view of a labyrinth">
            <a:extLst>
              <a:ext uri="{FF2B5EF4-FFF2-40B4-BE49-F238E27FC236}">
                <a16:creationId xmlns:a16="http://schemas.microsoft.com/office/drawing/2014/main" id="{C75AC1EB-2483-4F31-93E5-4A0B3B980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F10B7-8883-6B85-341C-D18A0BF9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Core Concepts</a:t>
            </a:r>
          </a:p>
        </p:txBody>
      </p:sp>
    </p:spTree>
    <p:extLst>
      <p:ext uri="{BB962C8B-B14F-4D97-AF65-F5344CB8AC3E}">
        <p14:creationId xmlns:p14="http://schemas.microsoft.com/office/powerpoint/2010/main" val="3044893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B3364-6051-F828-7A25-78FE64E1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Vectors and Embeddings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EB11DC-5198-4389-CCD3-8DF31F60D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69959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9236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D5469-626B-90FC-AD1A-FFFB9390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f a group of people&#10;&#10;AI-generated content may be incorrect.">
            <a:extLst>
              <a:ext uri="{FF2B5EF4-FFF2-40B4-BE49-F238E27FC236}">
                <a16:creationId xmlns:a16="http://schemas.microsoft.com/office/drawing/2014/main" id="{FEE4FFAC-87E7-EC58-C768-E32DB0BA9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6CF2AAB-0C83-FDEE-42A6-C921E824F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150" y="0"/>
            <a:ext cx="3191223" cy="291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70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1F55C5D-1648-4BE3-932D-8CADBF3F6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49FF1-77C8-0DB5-5748-68178403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67512"/>
            <a:ext cx="10908792" cy="10698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/>
              <a:t>Data Chunking in Rag System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A38E1331-B5A6-44BE-BF4E-EE6C2FD2A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0000" y="1776977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744583 w 4572000"/>
              <a:gd name="connsiteY1" fmla="*/ 0 h 18288"/>
              <a:gd name="connsiteX2" fmla="*/ 1352006 w 4572000"/>
              <a:gd name="connsiteY2" fmla="*/ 0 h 18288"/>
              <a:gd name="connsiteX3" fmla="*/ 2050869 w 4572000"/>
              <a:gd name="connsiteY3" fmla="*/ 0 h 18288"/>
              <a:gd name="connsiteX4" fmla="*/ 2612571 w 4572000"/>
              <a:gd name="connsiteY4" fmla="*/ 0 h 18288"/>
              <a:gd name="connsiteX5" fmla="*/ 3357154 w 4572000"/>
              <a:gd name="connsiteY5" fmla="*/ 0 h 18288"/>
              <a:gd name="connsiteX6" fmla="*/ 401029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265714 w 4572000"/>
              <a:gd name="connsiteY10" fmla="*/ 18288 h 18288"/>
              <a:gd name="connsiteX11" fmla="*/ 2521131 w 4572000"/>
              <a:gd name="connsiteY11" fmla="*/ 18288 h 18288"/>
              <a:gd name="connsiteX12" fmla="*/ 1867989 w 4572000"/>
              <a:gd name="connsiteY12" fmla="*/ 18288 h 18288"/>
              <a:gd name="connsiteX13" fmla="*/ 1352006 w 4572000"/>
              <a:gd name="connsiteY13" fmla="*/ 18288 h 18288"/>
              <a:gd name="connsiteX14" fmla="*/ 83602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335213" y="-5275"/>
                  <a:pt x="446637" y="2749"/>
                  <a:pt x="744583" y="0"/>
                </a:cubicBezTo>
                <a:cubicBezTo>
                  <a:pt x="1042529" y="-2749"/>
                  <a:pt x="1223095" y="8165"/>
                  <a:pt x="1352006" y="0"/>
                </a:cubicBezTo>
                <a:cubicBezTo>
                  <a:pt x="1480917" y="-8165"/>
                  <a:pt x="1803308" y="16240"/>
                  <a:pt x="2050869" y="0"/>
                </a:cubicBezTo>
                <a:cubicBezTo>
                  <a:pt x="2298430" y="-16240"/>
                  <a:pt x="2464656" y="-22054"/>
                  <a:pt x="2612571" y="0"/>
                </a:cubicBezTo>
                <a:cubicBezTo>
                  <a:pt x="2760486" y="22054"/>
                  <a:pt x="3034874" y="11895"/>
                  <a:pt x="3357154" y="0"/>
                </a:cubicBezTo>
                <a:cubicBezTo>
                  <a:pt x="3679434" y="-11895"/>
                  <a:pt x="3778145" y="-10841"/>
                  <a:pt x="4010297" y="0"/>
                </a:cubicBezTo>
                <a:cubicBezTo>
                  <a:pt x="4242449" y="10841"/>
                  <a:pt x="4385860" y="17261"/>
                  <a:pt x="4572000" y="0"/>
                </a:cubicBezTo>
                <a:cubicBezTo>
                  <a:pt x="4571443" y="8172"/>
                  <a:pt x="4571244" y="10948"/>
                  <a:pt x="4572000" y="18288"/>
                </a:cubicBezTo>
                <a:cubicBezTo>
                  <a:pt x="4352099" y="1269"/>
                  <a:pt x="4065933" y="40755"/>
                  <a:pt x="3873137" y="18288"/>
                </a:cubicBezTo>
                <a:cubicBezTo>
                  <a:pt x="3680341" y="-4179"/>
                  <a:pt x="3486903" y="33471"/>
                  <a:pt x="3265714" y="18288"/>
                </a:cubicBezTo>
                <a:cubicBezTo>
                  <a:pt x="3044525" y="3105"/>
                  <a:pt x="2683548" y="-1073"/>
                  <a:pt x="2521131" y="18288"/>
                </a:cubicBezTo>
                <a:cubicBezTo>
                  <a:pt x="2358714" y="37649"/>
                  <a:pt x="2132855" y="34593"/>
                  <a:pt x="1867989" y="18288"/>
                </a:cubicBezTo>
                <a:cubicBezTo>
                  <a:pt x="1603123" y="1983"/>
                  <a:pt x="1605373" y="2886"/>
                  <a:pt x="1352006" y="18288"/>
                </a:cubicBezTo>
                <a:cubicBezTo>
                  <a:pt x="1098639" y="33690"/>
                  <a:pt x="962100" y="16241"/>
                  <a:pt x="836023" y="18288"/>
                </a:cubicBezTo>
                <a:cubicBezTo>
                  <a:pt x="709946" y="20335"/>
                  <a:pt x="193668" y="-307"/>
                  <a:pt x="0" y="18288"/>
                </a:cubicBezTo>
                <a:cubicBezTo>
                  <a:pt x="-277" y="11188"/>
                  <a:pt x="-244" y="5848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58188" y="7508"/>
                  <a:pt x="361578" y="-27091"/>
                  <a:pt x="561703" y="0"/>
                </a:cubicBezTo>
                <a:cubicBezTo>
                  <a:pt x="761828" y="27091"/>
                  <a:pt x="1133811" y="14547"/>
                  <a:pt x="1306286" y="0"/>
                </a:cubicBezTo>
                <a:cubicBezTo>
                  <a:pt x="1478761" y="-14547"/>
                  <a:pt x="1809594" y="13320"/>
                  <a:pt x="2050869" y="0"/>
                </a:cubicBezTo>
                <a:cubicBezTo>
                  <a:pt x="2292144" y="-13320"/>
                  <a:pt x="2409269" y="-14334"/>
                  <a:pt x="2612571" y="0"/>
                </a:cubicBezTo>
                <a:cubicBezTo>
                  <a:pt x="2815873" y="14334"/>
                  <a:pt x="3025009" y="33536"/>
                  <a:pt x="3311434" y="0"/>
                </a:cubicBezTo>
                <a:cubicBezTo>
                  <a:pt x="3597859" y="-33536"/>
                  <a:pt x="3695431" y="-13462"/>
                  <a:pt x="3827417" y="0"/>
                </a:cubicBezTo>
                <a:cubicBezTo>
                  <a:pt x="3959403" y="13462"/>
                  <a:pt x="4360180" y="899"/>
                  <a:pt x="4572000" y="0"/>
                </a:cubicBezTo>
                <a:cubicBezTo>
                  <a:pt x="4572481" y="8890"/>
                  <a:pt x="4572898" y="10033"/>
                  <a:pt x="4572000" y="18288"/>
                </a:cubicBezTo>
                <a:cubicBezTo>
                  <a:pt x="4356830" y="5817"/>
                  <a:pt x="4021942" y="41441"/>
                  <a:pt x="3873137" y="18288"/>
                </a:cubicBezTo>
                <a:cubicBezTo>
                  <a:pt x="3724332" y="-4865"/>
                  <a:pt x="3494019" y="36771"/>
                  <a:pt x="3174274" y="18288"/>
                </a:cubicBezTo>
                <a:cubicBezTo>
                  <a:pt x="2854529" y="-195"/>
                  <a:pt x="2861023" y="5963"/>
                  <a:pt x="2658291" y="18288"/>
                </a:cubicBezTo>
                <a:cubicBezTo>
                  <a:pt x="2455559" y="30613"/>
                  <a:pt x="2309968" y="11711"/>
                  <a:pt x="2050869" y="18288"/>
                </a:cubicBezTo>
                <a:cubicBezTo>
                  <a:pt x="1791770" y="24865"/>
                  <a:pt x="1671115" y="-4587"/>
                  <a:pt x="1306286" y="18288"/>
                </a:cubicBezTo>
                <a:cubicBezTo>
                  <a:pt x="941457" y="41163"/>
                  <a:pt x="838619" y="-9452"/>
                  <a:pt x="653143" y="18288"/>
                </a:cubicBezTo>
                <a:cubicBezTo>
                  <a:pt x="467667" y="46028"/>
                  <a:pt x="308702" y="9245"/>
                  <a:pt x="0" y="18288"/>
                </a:cubicBezTo>
                <a:cubicBezTo>
                  <a:pt x="-4" y="10872"/>
                  <a:pt x="388" y="674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4" descr="Database with solid fill">
            <a:extLst>
              <a:ext uri="{FF2B5EF4-FFF2-40B4-BE49-F238E27FC236}">
                <a16:creationId xmlns:a16="http://schemas.microsoft.com/office/drawing/2014/main" id="{FDE7E95F-E7C0-455F-8E2B-B8E3BA129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073" y="1737360"/>
            <a:ext cx="1452454" cy="1452454"/>
          </a:xfrm>
          <a:prstGeom prst="rect">
            <a:avLst/>
          </a:prstGeom>
        </p:spPr>
      </p:pic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D7CC966C-989B-B5D1-A16A-D4830130C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4223" y="2860394"/>
            <a:ext cx="1452454" cy="1452454"/>
          </a:xfrm>
          <a:prstGeom prst="rect">
            <a:avLst/>
          </a:prstGeom>
        </p:spPr>
      </p:pic>
      <p:pic>
        <p:nvPicPr>
          <p:cNvPr id="5" name="Content Placeholder 4" descr="Database with solid fill">
            <a:extLst>
              <a:ext uri="{FF2B5EF4-FFF2-40B4-BE49-F238E27FC236}">
                <a16:creationId xmlns:a16="http://schemas.microsoft.com/office/drawing/2014/main" id="{266ACC92-AA02-2D3A-4767-8BDCC54E1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8513" y="2885426"/>
            <a:ext cx="1452454" cy="1452454"/>
          </a:xfrm>
          <a:prstGeom prst="rect">
            <a:avLst/>
          </a:prstGeom>
        </p:spPr>
      </p:pic>
      <p:pic>
        <p:nvPicPr>
          <p:cNvPr id="7" name="Graphic 6" descr="Arrow Right outline">
            <a:extLst>
              <a:ext uri="{FF2B5EF4-FFF2-40B4-BE49-F238E27FC236}">
                <a16:creationId xmlns:a16="http://schemas.microsoft.com/office/drawing/2014/main" id="{CEDBFA82-B061-E15F-908E-B2E11F37AE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6771" y="3051694"/>
            <a:ext cx="2126987" cy="1069849"/>
          </a:xfrm>
          <a:prstGeom prst="rect">
            <a:avLst/>
          </a:prstGeom>
        </p:spPr>
      </p:pic>
      <p:pic>
        <p:nvPicPr>
          <p:cNvPr id="12" name="Graphic 11" descr="Paint outline">
            <a:extLst>
              <a:ext uri="{FF2B5EF4-FFF2-40B4-BE49-F238E27FC236}">
                <a16:creationId xmlns:a16="http://schemas.microsoft.com/office/drawing/2014/main" id="{205861EA-416B-C25B-7851-DAA44C922A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246" y="4163440"/>
            <a:ext cx="1280161" cy="1280161"/>
          </a:xfrm>
          <a:prstGeom prst="rect">
            <a:avLst/>
          </a:prstGeom>
        </p:spPr>
      </p:pic>
      <p:pic>
        <p:nvPicPr>
          <p:cNvPr id="13" name="Graphic 12" descr="Arrow Right outline">
            <a:extLst>
              <a:ext uri="{FF2B5EF4-FFF2-40B4-BE49-F238E27FC236}">
                <a16:creationId xmlns:a16="http://schemas.microsoft.com/office/drawing/2014/main" id="{2E91E689-2F95-FAF9-147E-9525ECF3DB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726886">
            <a:off x="1665894" y="2058465"/>
            <a:ext cx="1572849" cy="1572849"/>
          </a:xfrm>
          <a:prstGeom prst="rect">
            <a:avLst/>
          </a:prstGeom>
        </p:spPr>
      </p:pic>
      <p:pic>
        <p:nvPicPr>
          <p:cNvPr id="14" name="Graphic 13" descr="Arrow Right outline">
            <a:extLst>
              <a:ext uri="{FF2B5EF4-FFF2-40B4-BE49-F238E27FC236}">
                <a16:creationId xmlns:a16="http://schemas.microsoft.com/office/drawing/2014/main" id="{4DEC7FED-AC3B-E9E8-17BD-D467C33ED3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920868">
            <a:off x="1653370" y="3692732"/>
            <a:ext cx="1572849" cy="1572849"/>
          </a:xfrm>
          <a:prstGeom prst="rect">
            <a:avLst/>
          </a:prstGeom>
        </p:spPr>
      </p:pic>
      <p:pic>
        <p:nvPicPr>
          <p:cNvPr id="18" name="Graphic 17" descr="Checklist outline">
            <a:extLst>
              <a:ext uri="{FF2B5EF4-FFF2-40B4-BE49-F238E27FC236}">
                <a16:creationId xmlns:a16="http://schemas.microsoft.com/office/drawing/2014/main" id="{8AADF66E-9F4E-B5DA-3118-26ADE0E31F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76311" y="3001672"/>
            <a:ext cx="1256536" cy="1256536"/>
          </a:xfrm>
          <a:prstGeom prst="rect">
            <a:avLst/>
          </a:prstGeom>
        </p:spPr>
      </p:pic>
      <p:pic>
        <p:nvPicPr>
          <p:cNvPr id="19" name="Graphic 18" descr="Arrow Right outline">
            <a:extLst>
              <a:ext uri="{FF2B5EF4-FFF2-40B4-BE49-F238E27FC236}">
                <a16:creationId xmlns:a16="http://schemas.microsoft.com/office/drawing/2014/main" id="{BCEF2E60-70E3-5FFC-1E41-42510F8A5A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5443" y="3076728"/>
            <a:ext cx="1069849" cy="1069849"/>
          </a:xfrm>
          <a:prstGeom prst="rect">
            <a:avLst/>
          </a:prstGeom>
        </p:spPr>
      </p:pic>
      <p:pic>
        <p:nvPicPr>
          <p:cNvPr id="21" name="Graphic 20" descr="List outline">
            <a:extLst>
              <a:ext uri="{FF2B5EF4-FFF2-40B4-BE49-F238E27FC236}">
                <a16:creationId xmlns:a16="http://schemas.microsoft.com/office/drawing/2014/main" id="{91092ABB-4A7E-2028-4015-3C1A626029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45371" y="3001672"/>
            <a:ext cx="1256536" cy="1256536"/>
          </a:xfrm>
          <a:prstGeom prst="rect">
            <a:avLst/>
          </a:prstGeom>
        </p:spPr>
      </p:pic>
      <p:pic>
        <p:nvPicPr>
          <p:cNvPr id="22" name="Graphic 21" descr="Arrow Right outline">
            <a:extLst>
              <a:ext uri="{FF2B5EF4-FFF2-40B4-BE49-F238E27FC236}">
                <a16:creationId xmlns:a16="http://schemas.microsoft.com/office/drawing/2014/main" id="{69B957AC-AF64-7152-7171-21A28E3043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5184" y="3076727"/>
            <a:ext cx="1069849" cy="106984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8DA1DD9-7D2D-0AEB-19B2-A139AF9BB024}"/>
              </a:ext>
            </a:extLst>
          </p:cNvPr>
          <p:cNvSpPr txBox="1"/>
          <p:nvPr/>
        </p:nvSpPr>
        <p:spPr>
          <a:xfrm>
            <a:off x="373220" y="3217287"/>
            <a:ext cx="25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Structured 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E6A202-3FA8-94F7-72A5-238BA5CAA228}"/>
              </a:ext>
            </a:extLst>
          </p:cNvPr>
          <p:cNvSpPr txBox="1"/>
          <p:nvPr/>
        </p:nvSpPr>
        <p:spPr>
          <a:xfrm>
            <a:off x="359373" y="5514826"/>
            <a:ext cx="25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Unstructured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C6802E-9FB6-6E21-B1BC-EF1B39B50441}"/>
              </a:ext>
            </a:extLst>
          </p:cNvPr>
          <p:cNvSpPr txBox="1"/>
          <p:nvPr/>
        </p:nvSpPr>
        <p:spPr>
          <a:xfrm>
            <a:off x="3006918" y="4309028"/>
            <a:ext cx="25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Chunks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C26D5F-B6BE-FB12-8176-68ABAE161CF5}"/>
              </a:ext>
            </a:extLst>
          </p:cNvPr>
          <p:cNvSpPr txBox="1"/>
          <p:nvPr/>
        </p:nvSpPr>
        <p:spPr>
          <a:xfrm>
            <a:off x="4012128" y="3076624"/>
            <a:ext cx="25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Embedding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B35ACD-0350-B00E-AFF4-C079A0B717AC}"/>
              </a:ext>
            </a:extLst>
          </p:cNvPr>
          <p:cNvSpPr txBox="1"/>
          <p:nvPr/>
        </p:nvSpPr>
        <p:spPr>
          <a:xfrm>
            <a:off x="5696242" y="4306316"/>
            <a:ext cx="25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DB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F29F19-9EB8-3AE9-F464-4CBD06C9E418}"/>
              </a:ext>
            </a:extLst>
          </p:cNvPr>
          <p:cNvSpPr txBox="1"/>
          <p:nvPr/>
        </p:nvSpPr>
        <p:spPr>
          <a:xfrm>
            <a:off x="7627522" y="4309028"/>
            <a:ext cx="25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Retrieved Chunks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09DAEB-222E-0513-61EC-11EDA8AE37D9}"/>
              </a:ext>
            </a:extLst>
          </p:cNvPr>
          <p:cNvSpPr txBox="1"/>
          <p:nvPr/>
        </p:nvSpPr>
        <p:spPr>
          <a:xfrm>
            <a:off x="9508591" y="4306316"/>
            <a:ext cx="25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 Generation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C8D07A-76A9-C588-0EEB-FD15B14326D4}"/>
              </a:ext>
            </a:extLst>
          </p:cNvPr>
          <p:cNvSpPr txBox="1"/>
          <p:nvPr/>
        </p:nvSpPr>
        <p:spPr>
          <a:xfrm>
            <a:off x="4705232" y="5145494"/>
            <a:ext cx="3268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 length Chunking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Semantic Chunking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Overlapping Chunking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Sliding Window Chunking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Hierarchical Chunking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9B8922-EA03-1BE4-640E-3A2F8712C868}"/>
              </a:ext>
            </a:extLst>
          </p:cNvPr>
          <p:cNvSpPr txBox="1"/>
          <p:nvPr/>
        </p:nvSpPr>
        <p:spPr>
          <a:xfrm>
            <a:off x="7650367" y="5142782"/>
            <a:ext cx="3268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Chunking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Sentence-based Chunking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Paragraph-based Chunking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Token based Chunking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Contextual Chunking</a:t>
            </a:r>
          </a:p>
        </p:txBody>
      </p:sp>
    </p:spTree>
    <p:extLst>
      <p:ext uri="{BB962C8B-B14F-4D97-AF65-F5344CB8AC3E}">
        <p14:creationId xmlns:p14="http://schemas.microsoft.com/office/powerpoint/2010/main" val="3898836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95E60-7933-0E5A-D1AA-78138978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chat&#10;&#10;AI-generated content may be incorrect.">
            <a:extLst>
              <a:ext uri="{FF2B5EF4-FFF2-40B4-BE49-F238E27FC236}">
                <a16:creationId xmlns:a16="http://schemas.microsoft.com/office/drawing/2014/main" id="{0450D83F-1BD7-F7D6-FD22-2C9CE139B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07112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17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809DD-C28B-8DF4-2EC6-8A9C9181B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Langchain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D5E3220D-0F21-86FD-474C-FB9871F7B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1468103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4484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258C0-864A-0C41-DB5D-BBB72F39E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AutoGen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26BE80-B12E-27CC-DC1A-5A9D783BBD95}"/>
              </a:ext>
            </a:extLst>
          </p:cNvPr>
          <p:cNvSpPr/>
          <p:nvPr/>
        </p:nvSpPr>
        <p:spPr>
          <a:xfrm>
            <a:off x="1620357" y="3019115"/>
            <a:ext cx="1833880" cy="1858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D7B48C-09A0-D62A-F3D3-23CA77C46568}"/>
              </a:ext>
            </a:extLst>
          </p:cNvPr>
          <p:cNvSpPr/>
          <p:nvPr/>
        </p:nvSpPr>
        <p:spPr>
          <a:xfrm>
            <a:off x="6208357" y="3818302"/>
            <a:ext cx="447711" cy="430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9337C3-F0D3-AC2C-26F4-4EC44803C695}"/>
              </a:ext>
            </a:extLst>
          </p:cNvPr>
          <p:cNvSpPr/>
          <p:nvPr/>
        </p:nvSpPr>
        <p:spPr>
          <a:xfrm>
            <a:off x="7443735" y="4672938"/>
            <a:ext cx="447711" cy="430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70B783-2ABB-2DA0-AF0C-55FA4A55DD7D}"/>
              </a:ext>
            </a:extLst>
          </p:cNvPr>
          <p:cNvSpPr/>
          <p:nvPr/>
        </p:nvSpPr>
        <p:spPr>
          <a:xfrm>
            <a:off x="6796370" y="4350889"/>
            <a:ext cx="447711" cy="430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63887-00DF-3B9E-3DE7-65DC71C52311}"/>
              </a:ext>
            </a:extLst>
          </p:cNvPr>
          <p:cNvSpPr/>
          <p:nvPr/>
        </p:nvSpPr>
        <p:spPr>
          <a:xfrm>
            <a:off x="7482168" y="2918514"/>
            <a:ext cx="447711" cy="430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A9A0FE-DD9A-FA17-5EA5-9783FEEED4E6}"/>
              </a:ext>
            </a:extLst>
          </p:cNvPr>
          <p:cNvSpPr/>
          <p:nvPr/>
        </p:nvSpPr>
        <p:spPr>
          <a:xfrm>
            <a:off x="6796370" y="3301699"/>
            <a:ext cx="447711" cy="430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15AD7E4-E421-4A34-C862-F9C5C4DE2377}"/>
              </a:ext>
            </a:extLst>
          </p:cNvPr>
          <p:cNvSpPr/>
          <p:nvPr/>
        </p:nvSpPr>
        <p:spPr>
          <a:xfrm>
            <a:off x="7448814" y="3785265"/>
            <a:ext cx="447711" cy="4306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454C0C3-51F5-4DA1-275F-6F9D42979E27}"/>
              </a:ext>
            </a:extLst>
          </p:cNvPr>
          <p:cNvSpPr/>
          <p:nvPr/>
        </p:nvSpPr>
        <p:spPr>
          <a:xfrm>
            <a:off x="8084764" y="4334534"/>
            <a:ext cx="464754" cy="4415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DB3400-6C90-2B0D-9C48-3E0FDECC17AE}"/>
              </a:ext>
            </a:extLst>
          </p:cNvPr>
          <p:cNvSpPr txBox="1"/>
          <p:nvPr/>
        </p:nvSpPr>
        <p:spPr>
          <a:xfrm>
            <a:off x="1411941" y="5265765"/>
            <a:ext cx="2891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Agent - AI Concierge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40627C-D22A-A1A6-4B6F-EFC4EB720EC6}"/>
              </a:ext>
            </a:extLst>
          </p:cNvPr>
          <p:cNvSpPr txBox="1"/>
          <p:nvPr/>
        </p:nvSpPr>
        <p:spPr>
          <a:xfrm>
            <a:off x="6331637" y="5265765"/>
            <a:ext cx="3119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Specialized Agents: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Agent Specialist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 Return Specialist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Policy Specialist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 Tracker Specialist</a:t>
            </a:r>
          </a:p>
        </p:txBody>
      </p:sp>
      <p:pic>
        <p:nvPicPr>
          <p:cNvPr id="21" name="Graphic 20" descr="Single gear outline">
            <a:extLst>
              <a:ext uri="{FF2B5EF4-FFF2-40B4-BE49-F238E27FC236}">
                <a16:creationId xmlns:a16="http://schemas.microsoft.com/office/drawing/2014/main" id="{A62F2D61-3DA8-FE21-919B-F6833F709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0543" y="3081494"/>
            <a:ext cx="1694542" cy="1694542"/>
          </a:xfrm>
          <a:prstGeom prst="rect">
            <a:avLst/>
          </a:prstGeom>
        </p:spPr>
      </p:pic>
      <p:pic>
        <p:nvPicPr>
          <p:cNvPr id="23" name="Graphic 22" descr="Single gear outline">
            <a:extLst>
              <a:ext uri="{FF2B5EF4-FFF2-40B4-BE49-F238E27FC236}">
                <a16:creationId xmlns:a16="http://schemas.microsoft.com/office/drawing/2014/main" id="{8143A98D-4B49-F5AE-ED14-A450B226C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1692" y="3707168"/>
            <a:ext cx="585322" cy="585322"/>
          </a:xfrm>
          <a:prstGeom prst="rect">
            <a:avLst/>
          </a:prstGeom>
        </p:spPr>
      </p:pic>
      <p:pic>
        <p:nvPicPr>
          <p:cNvPr id="24" name="Graphic 23" descr="Single gear outline">
            <a:extLst>
              <a:ext uri="{FF2B5EF4-FFF2-40B4-BE49-F238E27FC236}">
                <a16:creationId xmlns:a16="http://schemas.microsoft.com/office/drawing/2014/main" id="{893F5F55-3E8B-3BBA-3315-92D874E00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8541" y="4302306"/>
            <a:ext cx="519274" cy="519274"/>
          </a:xfrm>
          <a:prstGeom prst="rect">
            <a:avLst/>
          </a:prstGeom>
        </p:spPr>
      </p:pic>
      <p:pic>
        <p:nvPicPr>
          <p:cNvPr id="25" name="Graphic 24" descr="Single gear outline">
            <a:extLst>
              <a:ext uri="{FF2B5EF4-FFF2-40B4-BE49-F238E27FC236}">
                <a16:creationId xmlns:a16="http://schemas.microsoft.com/office/drawing/2014/main" id="{3BC3B2A8-D572-7C9E-4F5E-4DD77E4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9379" y="2843678"/>
            <a:ext cx="585322" cy="585322"/>
          </a:xfrm>
          <a:prstGeom prst="rect">
            <a:avLst/>
          </a:prstGeom>
        </p:spPr>
      </p:pic>
      <p:pic>
        <p:nvPicPr>
          <p:cNvPr id="26" name="Graphic 25" descr="Single gear outline">
            <a:extLst>
              <a:ext uri="{FF2B5EF4-FFF2-40B4-BE49-F238E27FC236}">
                <a16:creationId xmlns:a16="http://schemas.microsoft.com/office/drawing/2014/main" id="{A312A1BB-F8C2-85CD-50B3-A791BC4E7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7564" y="3221267"/>
            <a:ext cx="585322" cy="585322"/>
          </a:xfrm>
          <a:prstGeom prst="rect">
            <a:avLst/>
          </a:prstGeom>
        </p:spPr>
      </p:pic>
      <p:pic>
        <p:nvPicPr>
          <p:cNvPr id="27" name="Graphic 26" descr="Single gear outline">
            <a:extLst>
              <a:ext uri="{FF2B5EF4-FFF2-40B4-BE49-F238E27FC236}">
                <a16:creationId xmlns:a16="http://schemas.microsoft.com/office/drawing/2014/main" id="{278384EA-E0E4-9690-2323-EA64E7648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9752" y="4273546"/>
            <a:ext cx="585322" cy="585322"/>
          </a:xfrm>
          <a:prstGeom prst="rect">
            <a:avLst/>
          </a:prstGeom>
        </p:spPr>
      </p:pic>
      <p:pic>
        <p:nvPicPr>
          <p:cNvPr id="28" name="Graphic 27" descr="Single gear outline">
            <a:extLst>
              <a:ext uri="{FF2B5EF4-FFF2-40B4-BE49-F238E27FC236}">
                <a16:creationId xmlns:a16="http://schemas.microsoft.com/office/drawing/2014/main" id="{8C9B7336-FC24-56C4-50BE-0EA49405E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5656" y="4600594"/>
            <a:ext cx="585322" cy="585322"/>
          </a:xfrm>
          <a:prstGeom prst="rect">
            <a:avLst/>
          </a:prstGeom>
        </p:spPr>
      </p:pic>
      <p:pic>
        <p:nvPicPr>
          <p:cNvPr id="29" name="Graphic 28" descr="Single gear outline">
            <a:extLst>
              <a:ext uri="{FF2B5EF4-FFF2-40B4-BE49-F238E27FC236}">
                <a16:creationId xmlns:a16="http://schemas.microsoft.com/office/drawing/2014/main" id="{5D508D0C-4B44-08B9-0D4E-3782A06A3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2037" y="3740806"/>
            <a:ext cx="585322" cy="585322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9BC247C0-2B1F-77C4-D79B-C675FF02AACF}"/>
              </a:ext>
            </a:extLst>
          </p:cNvPr>
          <p:cNvSpPr/>
          <p:nvPr/>
        </p:nvSpPr>
        <p:spPr>
          <a:xfrm>
            <a:off x="8085093" y="3326201"/>
            <a:ext cx="464754" cy="4415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Graphic 30" descr="Single gear outline">
            <a:extLst>
              <a:ext uri="{FF2B5EF4-FFF2-40B4-BE49-F238E27FC236}">
                <a16:creationId xmlns:a16="http://schemas.microsoft.com/office/drawing/2014/main" id="{183E5A11-64A1-AA9C-05CC-C0EB98BF3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8541" y="3283487"/>
            <a:ext cx="519274" cy="519274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A6881E73-9E7D-10C2-BBD0-44234D17EED1}"/>
              </a:ext>
            </a:extLst>
          </p:cNvPr>
          <p:cNvSpPr/>
          <p:nvPr/>
        </p:nvSpPr>
        <p:spPr>
          <a:xfrm>
            <a:off x="8699464" y="3764564"/>
            <a:ext cx="464754" cy="4415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 descr="Single gear outline">
            <a:extLst>
              <a:ext uri="{FF2B5EF4-FFF2-40B4-BE49-F238E27FC236}">
                <a16:creationId xmlns:a16="http://schemas.microsoft.com/office/drawing/2014/main" id="{D14337D7-E15A-CE89-2094-B2CB46B02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3241" y="3732336"/>
            <a:ext cx="519274" cy="51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79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38C95-FCE8-2B23-AB53-F472CE0B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 dirty="0" err="1"/>
              <a:t>AutoGen</a:t>
            </a:r>
            <a:endParaRPr lang="en-US" sz="5400" dirty="0"/>
          </a:p>
        </p:txBody>
      </p:sp>
      <p:sp>
        <p:nvSpPr>
          <p:cNvPr id="5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A8F1C24-4053-3A36-8310-81EB97DD5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60" y="5192358"/>
            <a:ext cx="3558729" cy="1481328"/>
          </a:xfrm>
        </p:spPr>
        <p:txBody>
          <a:bodyPr anchor="t">
            <a:normAutofit fontScale="92500"/>
          </a:bodyPr>
          <a:lstStyle/>
          <a:p>
            <a:r>
              <a:rPr lang="en-US" sz="2200" dirty="0"/>
              <a:t>A1 manages customer  interfacing</a:t>
            </a:r>
          </a:p>
          <a:p>
            <a:r>
              <a:rPr lang="en-US" sz="2200" dirty="0"/>
              <a:t>A2 manages return policies</a:t>
            </a:r>
          </a:p>
          <a:p>
            <a:r>
              <a:rPr lang="en-US" sz="2200" dirty="0"/>
              <a:t>A3 manages order return</a:t>
            </a:r>
          </a:p>
        </p:txBody>
      </p:sp>
      <p:pic>
        <p:nvPicPr>
          <p:cNvPr id="10" name="Content Placeholder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4E0F949-82AF-4DDA-6592-0742E1B40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1" r="-2" b="2844"/>
          <a:stretch>
            <a:fillRect/>
          </a:stretch>
        </p:blipFill>
        <p:spPr>
          <a:xfrm>
            <a:off x="6808904" y="640080"/>
            <a:ext cx="4039255" cy="557784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6BC432F-3F86-D64B-242F-640F1D7C07AA}"/>
              </a:ext>
            </a:extLst>
          </p:cNvPr>
          <p:cNvSpPr/>
          <p:nvPr/>
        </p:nvSpPr>
        <p:spPr>
          <a:xfrm>
            <a:off x="2204541" y="3377400"/>
            <a:ext cx="793376" cy="7261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0281F3-4590-985C-EE13-0F9DA047CDFA}"/>
              </a:ext>
            </a:extLst>
          </p:cNvPr>
          <p:cNvSpPr/>
          <p:nvPr/>
        </p:nvSpPr>
        <p:spPr>
          <a:xfrm>
            <a:off x="3596290" y="4235372"/>
            <a:ext cx="793376" cy="7261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D97099-7AE2-1E89-041D-3C9E5DA36ED1}"/>
              </a:ext>
            </a:extLst>
          </p:cNvPr>
          <p:cNvSpPr/>
          <p:nvPr/>
        </p:nvSpPr>
        <p:spPr>
          <a:xfrm>
            <a:off x="3596290" y="2531455"/>
            <a:ext cx="793376" cy="7261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p:pic>
        <p:nvPicPr>
          <p:cNvPr id="17" name="Graphic 16" descr="User Crown Female outline">
            <a:extLst>
              <a:ext uri="{FF2B5EF4-FFF2-40B4-BE49-F238E27FC236}">
                <a16:creationId xmlns:a16="http://schemas.microsoft.com/office/drawing/2014/main" id="{84D776FA-EFB1-BC5B-FF27-BA51BF11A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794" y="3274675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C02A22F-1628-328F-2056-53642F42F406}"/>
              </a:ext>
            </a:extLst>
          </p:cNvPr>
          <p:cNvSpPr txBox="1"/>
          <p:nvPr/>
        </p:nvSpPr>
        <p:spPr>
          <a:xfrm>
            <a:off x="675751" y="4200326"/>
            <a:ext cx="652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</a:t>
            </a:r>
          </a:p>
        </p:txBody>
      </p:sp>
      <p:pic>
        <p:nvPicPr>
          <p:cNvPr id="33" name="Graphic 32" descr="Sort outline">
            <a:extLst>
              <a:ext uri="{FF2B5EF4-FFF2-40B4-BE49-F238E27FC236}">
                <a16:creationId xmlns:a16="http://schemas.microsoft.com/office/drawing/2014/main" id="{FAEFFAB5-EFF8-5AE2-F95A-E86AD92AD8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526562">
            <a:off x="2839592" y="2789316"/>
            <a:ext cx="914400" cy="914400"/>
          </a:xfrm>
          <a:prstGeom prst="rect">
            <a:avLst/>
          </a:prstGeom>
        </p:spPr>
      </p:pic>
      <p:pic>
        <p:nvPicPr>
          <p:cNvPr id="35" name="Graphic 34" descr="Sort outline">
            <a:extLst>
              <a:ext uri="{FF2B5EF4-FFF2-40B4-BE49-F238E27FC236}">
                <a16:creationId xmlns:a16="http://schemas.microsoft.com/office/drawing/2014/main" id="{26CFB104-C880-3B12-766F-E410D051CA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2989" y="3274675"/>
            <a:ext cx="914400" cy="914400"/>
          </a:xfrm>
          <a:prstGeom prst="rect">
            <a:avLst/>
          </a:prstGeom>
        </p:spPr>
      </p:pic>
      <p:pic>
        <p:nvPicPr>
          <p:cNvPr id="37" name="Graphic 36" descr="Sort outline">
            <a:extLst>
              <a:ext uri="{FF2B5EF4-FFF2-40B4-BE49-F238E27FC236}">
                <a16:creationId xmlns:a16="http://schemas.microsoft.com/office/drawing/2014/main" id="{FB1F5B1F-1931-A486-A1F0-E0C3C9FB8D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7699586">
            <a:off x="2773165" y="3769784"/>
            <a:ext cx="914400" cy="914400"/>
          </a:xfrm>
          <a:prstGeom prst="rect">
            <a:avLst/>
          </a:prstGeom>
        </p:spPr>
      </p:pic>
      <p:pic>
        <p:nvPicPr>
          <p:cNvPr id="39" name="Graphic 38" descr="Sort outline">
            <a:extLst>
              <a:ext uri="{FF2B5EF4-FFF2-40B4-BE49-F238E27FC236}">
                <a16:creationId xmlns:a16="http://schemas.microsoft.com/office/drawing/2014/main" id="{0BC23919-AC28-AB2B-FEFC-CA00F84200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365020" y="328327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04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8F149-75B7-E476-64F0-450DE39C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AI Evaluations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21C5E9E-49CC-BABA-E266-E26614BB5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endParaRPr lang="en-US" sz="2200">
              <a:solidFill>
                <a:srgbClr val="FFFFFF"/>
              </a:solidFill>
            </a:endParaRP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78C8F1D-A652-DEE6-337E-CA6FC5E68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94" y="2921778"/>
            <a:ext cx="10493811" cy="368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54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09A55-DE3C-0C53-4702-9D9606D7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Hugging face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9DCFD8C-1007-3E82-5C43-7D943C68D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dirty="0"/>
              <a:t>Open-Source foundry of AI models</a:t>
            </a:r>
          </a:p>
          <a:p>
            <a:r>
              <a:rPr lang="en-CA" dirty="0"/>
              <a:t>Hosts </a:t>
            </a:r>
            <a:r>
              <a:rPr lang="en-CA" b="1" dirty="0"/>
              <a:t>pre-trained models</a:t>
            </a:r>
            <a:r>
              <a:rPr lang="en-CA" dirty="0"/>
              <a:t>, datasets, and ML tools for research and production</a:t>
            </a:r>
          </a:p>
          <a:p>
            <a:r>
              <a:rPr lang="en-US" dirty="0"/>
              <a:t>Libraries for quick integration and orchestration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382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DE3A7-98F5-78A7-F264-32EAF150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Thank-you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5EF8A-FC87-3C9E-69C9-C5BD74772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01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18403</TotalTime>
  <Words>271</Words>
  <Application>Microsoft Macintosh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AI Concierge – RAG App</vt:lpstr>
      <vt:lpstr>Core Concepts</vt:lpstr>
      <vt:lpstr>Vectors and Embeddings</vt:lpstr>
      <vt:lpstr>PowerPoint Presentation</vt:lpstr>
      <vt:lpstr>Data Chunking in Rag System</vt:lpstr>
      <vt:lpstr>PowerPoint Presentation</vt:lpstr>
      <vt:lpstr>Langchain</vt:lpstr>
      <vt:lpstr>AutoGen</vt:lpstr>
      <vt:lpstr>AutoGen</vt:lpstr>
      <vt:lpstr>AI Evaluations</vt:lpstr>
      <vt:lpstr>Hugging face</vt:lpstr>
      <vt:lpstr>Thank-you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 Mehra</dc:creator>
  <cp:lastModifiedBy>Siddharth Mehra</cp:lastModifiedBy>
  <cp:revision>4</cp:revision>
  <dcterms:created xsi:type="dcterms:W3CDTF">2025-08-12T23:39:59Z</dcterms:created>
  <dcterms:modified xsi:type="dcterms:W3CDTF">2025-08-25T18:23:19Z</dcterms:modified>
</cp:coreProperties>
</file>